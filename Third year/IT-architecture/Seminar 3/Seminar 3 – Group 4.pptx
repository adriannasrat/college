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73"/>
  </p:normalViewPr>
  <p:slideViewPr>
    <p:cSldViewPr snapToGrid="0">
      <p:cViewPr varScale="1">
        <p:scale>
          <a:sx n="210" d="100"/>
          <a:sy n="210" d="100"/>
        </p:scale>
        <p:origin x="11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364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8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63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70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39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6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8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3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6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3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7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D02B6F-5188-3E7D-E653-73DC4560E0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88" r="11662"/>
          <a:stretch>
            <a:fillRect/>
          </a:stretch>
        </p:blipFill>
        <p:spPr>
          <a:xfrm>
            <a:off x="4648200" y="10"/>
            <a:ext cx="754380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5884" y="934542"/>
            <a:ext cx="10321575" cy="499093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3EDE4-5590-2332-4468-3991AEA9D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4541" y="1597225"/>
            <a:ext cx="4266135" cy="1831775"/>
          </a:xfrm>
        </p:spPr>
        <p:txBody>
          <a:bodyPr anchor="ctr">
            <a:normAutofit/>
          </a:bodyPr>
          <a:lstStyle/>
          <a:p>
            <a:r>
              <a:rPr lang="en-US" dirty="0"/>
              <a:t>Conceptual models of NLS 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A8A37-6FA4-0FBE-55C0-F8DAD2129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541" y="4036858"/>
            <a:ext cx="2660037" cy="1384689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 dirty="0"/>
              <a:t>Conceptual Modeling for Nordic Learning Solutions</a:t>
            </a:r>
            <a:br>
              <a:rPr lang="en-US" sz="1100" dirty="0"/>
            </a:b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dirty="0"/>
              <a:t>Presented by</a:t>
            </a:r>
            <a:r>
              <a:rPr lang="en-US" sz="1100"/>
              <a:t>: Adrian </a:t>
            </a:r>
            <a:r>
              <a:rPr lang="en-US" sz="1100" dirty="0"/>
              <a:t>Nasrat, </a:t>
            </a:r>
            <a:r>
              <a:rPr lang="en-US" sz="1100" dirty="0" err="1"/>
              <a:t>Tesnim</a:t>
            </a:r>
            <a:r>
              <a:rPr lang="en-US" sz="1100" dirty="0"/>
              <a:t> Omran, Diana </a:t>
            </a:r>
            <a:r>
              <a:rPr lang="en-US" sz="1100" dirty="0" err="1"/>
              <a:t>Dawidi</a:t>
            </a:r>
            <a:r>
              <a:rPr lang="en-US" sz="1100" dirty="0"/>
              <a:t>, Ibrahim </a:t>
            </a:r>
            <a:r>
              <a:rPr lang="en-US" sz="1100" dirty="0" err="1"/>
              <a:t>Mizher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70225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1C603-AD98-7795-0ABF-2F363CFF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 we Will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8AB63-E7C9-8F43-CBF5-F4127A7F6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organization using conceptual models</a:t>
            </a:r>
          </a:p>
          <a:p>
            <a:r>
              <a:rPr lang="en-US" dirty="0"/>
              <a:t>Show how goals, processes and data are connected</a:t>
            </a:r>
          </a:p>
          <a:p>
            <a:r>
              <a:rPr lang="en-US" dirty="0"/>
              <a:t>Present ER, DFD, OM and the Enterprise Model (EM)</a:t>
            </a:r>
          </a:p>
        </p:txBody>
      </p:sp>
    </p:spTree>
    <p:extLst>
      <p:ext uri="{BB962C8B-B14F-4D97-AF65-F5344CB8AC3E}">
        <p14:creationId xmlns:p14="http://schemas.microsoft.com/office/powerpoint/2010/main" val="2242826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A065B-A680-DE1C-931F-9AD22E3B1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6AFB1-2F6B-4258-3457-AA3E15A9C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 Model (OM) – goals, problems, opportunities</a:t>
            </a:r>
          </a:p>
          <a:p>
            <a:r>
              <a:rPr lang="en-US" dirty="0"/>
              <a:t>Data Flow Diagram (DFD) – processes and information flows</a:t>
            </a:r>
          </a:p>
          <a:p>
            <a:r>
              <a:rPr lang="en-US" dirty="0"/>
              <a:t>Entity-Relationship Model (ER) – data structure </a:t>
            </a:r>
          </a:p>
          <a:p>
            <a:r>
              <a:rPr lang="en-US" dirty="0"/>
              <a:t>Enterprise Model (EM) – links between all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46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AFDCCA3-5CE7-058C-1962-A071B764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F24CF1-EE7F-86B3-94A8-3CD26A1AD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8233" y="936887"/>
            <a:ext cx="5947834" cy="433716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CF21F-F3BD-6B54-2A8A-8393BAC33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36887"/>
            <a:ext cx="3184637" cy="180145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cap="all" spc="5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Objective model (OM)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D48A00-F6D8-B242-74DA-F68EF2240F64}"/>
              </a:ext>
            </a:extLst>
          </p:cNvPr>
          <p:cNvSpPr txBox="1">
            <a:spLocks/>
          </p:cNvSpPr>
          <p:nvPr/>
        </p:nvSpPr>
        <p:spPr>
          <a:xfrm>
            <a:off x="3" y="2877327"/>
            <a:ext cx="3184633" cy="3052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High-level business goals</a:t>
            </a:r>
          </a:p>
          <a:p>
            <a:r>
              <a:rPr lang="en-US" dirty="0"/>
              <a:t>Mid- and low-level goals</a:t>
            </a:r>
          </a:p>
          <a:p>
            <a:r>
              <a:rPr lang="en-US" dirty="0"/>
              <a:t>Focus on learning quality and efficiency</a:t>
            </a:r>
          </a:p>
          <a:p>
            <a:endParaRPr lang="en-US" dirty="0"/>
          </a:p>
        </p:txBody>
      </p:sp>
      <p:pic>
        <p:nvPicPr>
          <p:cNvPr id="5" name="Content Placeholder 4" descr="A diagram of a student process&#10;&#10;AI-generated content may be incorrect.">
            <a:extLst>
              <a:ext uri="{FF2B5EF4-FFF2-40B4-BE49-F238E27FC236}">
                <a16:creationId xmlns:a16="http://schemas.microsoft.com/office/drawing/2014/main" id="{BDEE378C-D6F7-52FC-CB64-BD8ABD48227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4937" y="925643"/>
            <a:ext cx="9208447" cy="492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2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5CED3-0B2D-5905-279A-E55B4326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1A78EDC-4906-A57B-D401-9B17B27E6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C95F59-00FD-4789-88D4-82B7771E4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8233" y="936887"/>
            <a:ext cx="5947834" cy="433716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A82536-0D2F-AE73-30AD-D9C2ECE6F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36887"/>
            <a:ext cx="3184637" cy="180145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cap="all" spc="5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flow diagram (DFD)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D9CBCC-3E8E-58D9-0A87-3387DE8C1EBE}"/>
              </a:ext>
            </a:extLst>
          </p:cNvPr>
          <p:cNvSpPr txBox="1">
            <a:spLocks/>
          </p:cNvSpPr>
          <p:nvPr/>
        </p:nvSpPr>
        <p:spPr>
          <a:xfrm>
            <a:off x="3" y="2877327"/>
            <a:ext cx="3184633" cy="3052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External agents: students and teachers</a:t>
            </a:r>
          </a:p>
          <a:p>
            <a:r>
              <a:rPr lang="en-US" dirty="0"/>
              <a:t>Core processes: registration, tracking, recommendations</a:t>
            </a:r>
          </a:p>
          <a:p>
            <a:r>
              <a:rPr lang="en-US" dirty="0"/>
              <a:t>Data stores: learning and recommendation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F13172-E10B-0ADD-3674-8B096E39592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111193" y="925643"/>
            <a:ext cx="8912192" cy="476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8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F4913-A847-5E41-95EA-0FBB5F580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67D657F-82BA-071A-4FB1-03DD24530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B25D75-0A64-21E4-F68E-A6916D2C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8233" y="936887"/>
            <a:ext cx="5947834" cy="433716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33385-C8DA-0946-41A0-329406802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36887"/>
            <a:ext cx="3184637" cy="180145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Entity-Relationship Model (ER)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6FB6C8-6CC2-6450-9AD4-70F5A231306B}"/>
              </a:ext>
            </a:extLst>
          </p:cNvPr>
          <p:cNvSpPr txBox="1">
            <a:spLocks/>
          </p:cNvSpPr>
          <p:nvPr/>
        </p:nvSpPr>
        <p:spPr>
          <a:xfrm>
            <a:off x="3" y="2877327"/>
            <a:ext cx="3184633" cy="3052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Core entities: Student, Course, Learning event</a:t>
            </a:r>
          </a:p>
          <a:p>
            <a:r>
              <a:rPr lang="en-US" dirty="0"/>
              <a:t>Relationships describe how data is connected</a:t>
            </a:r>
          </a:p>
          <a:p>
            <a:r>
              <a:rPr lang="en-US" dirty="0"/>
              <a:t>Basis for database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E6AF62-E127-3024-3463-E2E6F0FB1E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111193" y="925643"/>
            <a:ext cx="8912192" cy="476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95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BD98B-C677-A516-96AA-669CB04A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AE37B82-D34A-CEC3-5F07-825C0D6B9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9F2EB1-B560-4832-368C-BCFF36F03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8233" y="936887"/>
            <a:ext cx="5947834" cy="433716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B0366-5061-4E88-6AFA-49614640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36887"/>
            <a:ext cx="3184637" cy="180145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pc="530" dirty="0"/>
              <a:t>Enterprise Model (EM)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5FBC2A-91E3-AE0F-99A2-EBE2827FF6A2}"/>
              </a:ext>
            </a:extLst>
          </p:cNvPr>
          <p:cNvSpPr txBox="1">
            <a:spLocks/>
          </p:cNvSpPr>
          <p:nvPr/>
        </p:nvSpPr>
        <p:spPr>
          <a:xfrm>
            <a:off x="3" y="2877327"/>
            <a:ext cx="4834125" cy="3052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Goals → Processes → Data → Applications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CAB0CF-9C1D-64E4-525C-B95AD55752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236464" y="1"/>
            <a:ext cx="67869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70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002D-300D-3F2D-B94D-EE721602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530" dirty="0"/>
              <a:t>Workflow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4379C5-62A3-E073-BA38-EB0FFC98E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41861" y="4297993"/>
            <a:ext cx="10334671" cy="505968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97D930-37BE-B9D3-96A0-B634CEB12D7E}"/>
              </a:ext>
            </a:extLst>
          </p:cNvPr>
          <p:cNvSpPr txBox="1">
            <a:spLocks/>
          </p:cNvSpPr>
          <p:nvPr/>
        </p:nvSpPr>
        <p:spPr>
          <a:xfrm>
            <a:off x="1548387" y="2307024"/>
            <a:ext cx="4834125" cy="3052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User registration and course enrollment</a:t>
            </a:r>
          </a:p>
          <a:p>
            <a:r>
              <a:rPr lang="en-US" dirty="0"/>
              <a:t>Learning activity and progress tracking</a:t>
            </a:r>
          </a:p>
          <a:p>
            <a:r>
              <a:rPr lang="en-US" dirty="0"/>
              <a:t>Analysis and generation of recommendations</a:t>
            </a:r>
          </a:p>
          <a:p>
            <a:r>
              <a:rPr lang="en-US" dirty="0"/>
              <a:t>Delivery of recommendations to the student</a:t>
            </a:r>
          </a:p>
        </p:txBody>
      </p:sp>
    </p:spTree>
    <p:extLst>
      <p:ext uri="{BB962C8B-B14F-4D97-AF65-F5344CB8AC3E}">
        <p14:creationId xmlns:p14="http://schemas.microsoft.com/office/powerpoint/2010/main" val="2887912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2108-5698-8650-3586-83D5BA688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00E41-2BDF-1977-294E-AB9FD149B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Conceptual models describe the system from different views</a:t>
            </a:r>
          </a:p>
          <a:p>
            <a:r>
              <a:rPr lang="en-US" dirty="0"/>
              <a:t>EM connects goals, processes, and data</a:t>
            </a:r>
          </a:p>
          <a:p>
            <a:r>
              <a:rPr lang="en-US" dirty="0"/>
              <a:t>Provides a clear enterprise-level understanding</a:t>
            </a:r>
          </a:p>
        </p:txBody>
      </p:sp>
    </p:spTree>
    <p:extLst>
      <p:ext uri="{BB962C8B-B14F-4D97-AF65-F5344CB8AC3E}">
        <p14:creationId xmlns:p14="http://schemas.microsoft.com/office/powerpoint/2010/main" val="964401758"/>
      </p:ext>
    </p:extLst>
  </p:cSld>
  <p:clrMapOvr>
    <a:masterClrMapping/>
  </p:clrMapOvr>
</p:sld>
</file>

<file path=ppt/theme/theme1.xml><?xml version="1.0" encoding="utf-8"?>
<a:theme xmlns:a="http://schemas.openxmlformats.org/drawingml/2006/main" name="LimelightVTI">
  <a:themeElements>
    <a:clrScheme name="Limelight">
      <a:dk1>
        <a:sysClr val="windowText" lastClr="000000"/>
      </a:dk1>
      <a:lt1>
        <a:sysClr val="window" lastClr="FFFFFF"/>
      </a:lt1>
      <a:dk2>
        <a:srgbClr val="23353B"/>
      </a:dk2>
      <a:lt2>
        <a:srgbClr val="E0DDD8"/>
      </a:lt2>
      <a:accent1>
        <a:srgbClr val="90A208"/>
      </a:accent1>
      <a:accent2>
        <a:srgbClr val="6A8755"/>
      </a:accent2>
      <a:accent3>
        <a:srgbClr val="49716B"/>
      </a:accent3>
      <a:accent4>
        <a:srgbClr val="A16F7C"/>
      </a:accent4>
      <a:accent5>
        <a:srgbClr val="B16455"/>
      </a:accent5>
      <a:accent6>
        <a:srgbClr val="E08350"/>
      </a:accent6>
      <a:hlink>
        <a:srgbClr val="5F864B"/>
      </a:hlink>
      <a:folHlink>
        <a:srgbClr val="3F877D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226</Words>
  <Application>Microsoft Macintosh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Trade Gothic Next Cond</vt:lpstr>
      <vt:lpstr>Trade Gothic Next Light</vt:lpstr>
      <vt:lpstr>LimelightVTI</vt:lpstr>
      <vt:lpstr>Conceptual models of NLS AB</vt:lpstr>
      <vt:lpstr>Today we Will</vt:lpstr>
      <vt:lpstr>Overview of the models</vt:lpstr>
      <vt:lpstr>Objective model (OM)</vt:lpstr>
      <vt:lpstr>Data flow diagram (DFD)</vt:lpstr>
      <vt:lpstr>Entity-Relationship Model (ER)</vt:lpstr>
      <vt:lpstr>Enterprise Model (EM)</vt:lpstr>
      <vt:lpstr>Workflow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Adrian Nasrat (Student)</dc:creator>
  <cp:lastModifiedBy>Adrian Vilches Nasrat (Student)</cp:lastModifiedBy>
  <cp:revision>4</cp:revision>
  <dcterms:created xsi:type="dcterms:W3CDTF">2025-12-14T20:08:10Z</dcterms:created>
  <dcterms:modified xsi:type="dcterms:W3CDTF">2026-06-03T20:11:19Z</dcterms:modified>
</cp:coreProperties>
</file>