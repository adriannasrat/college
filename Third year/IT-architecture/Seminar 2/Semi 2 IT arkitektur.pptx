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34480-DEDB-E646-C7A4-BC84CFA2AB0D}" v="1" dt="2025-12-05T13:26:28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88291C-4034-435C-9B33-5DD5D125F9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B06C880-485B-475C-98BC-6A1C06C862B4}">
      <dgm:prSet/>
      <dgm:spPr/>
      <dgm:t>
        <a:bodyPr/>
        <a:lstStyle/>
        <a:p>
          <a:r>
            <a:rPr lang="en-US"/>
            <a:t>NLS provides an AI supported learning platform</a:t>
          </a:r>
        </a:p>
      </dgm:t>
    </dgm:pt>
    <dgm:pt modelId="{D2F5801C-F5B7-460D-BD95-103B497BB047}" type="parTrans" cxnId="{8954EA20-2833-40B4-91C5-9CB0A9476D7D}">
      <dgm:prSet/>
      <dgm:spPr/>
      <dgm:t>
        <a:bodyPr/>
        <a:lstStyle/>
        <a:p>
          <a:endParaRPr lang="en-US"/>
        </a:p>
      </dgm:t>
    </dgm:pt>
    <dgm:pt modelId="{F562498F-4256-47CE-ABB2-E371C7BEAF32}" type="sibTrans" cxnId="{8954EA20-2833-40B4-91C5-9CB0A9476D7D}">
      <dgm:prSet/>
      <dgm:spPr/>
      <dgm:t>
        <a:bodyPr/>
        <a:lstStyle/>
        <a:p>
          <a:endParaRPr lang="en-US"/>
        </a:p>
      </dgm:t>
    </dgm:pt>
    <dgm:pt modelId="{EF6DECE5-060A-43F8-8CDB-0A99BD033DF7}">
      <dgm:prSet/>
      <dgm:spPr/>
      <dgm:t>
        <a:bodyPr/>
        <a:lstStyle/>
        <a:p>
          <a:r>
            <a:rPr lang="en-US"/>
            <a:t>For school, universities and corporate training</a:t>
          </a:r>
        </a:p>
      </dgm:t>
    </dgm:pt>
    <dgm:pt modelId="{3B4CA0DD-355B-4FAD-B66F-D505C89ED7A1}" type="parTrans" cxnId="{EE79BFD4-1EC5-49B1-81D6-EA84E5D6C450}">
      <dgm:prSet/>
      <dgm:spPr/>
      <dgm:t>
        <a:bodyPr/>
        <a:lstStyle/>
        <a:p>
          <a:endParaRPr lang="en-US"/>
        </a:p>
      </dgm:t>
    </dgm:pt>
    <dgm:pt modelId="{19060D7B-95A2-4AC6-82C8-6A455D6EAD06}" type="sibTrans" cxnId="{EE79BFD4-1EC5-49B1-81D6-EA84E5D6C450}">
      <dgm:prSet/>
      <dgm:spPr/>
      <dgm:t>
        <a:bodyPr/>
        <a:lstStyle/>
        <a:p>
          <a:endParaRPr lang="en-US"/>
        </a:p>
      </dgm:t>
    </dgm:pt>
    <dgm:pt modelId="{4FE57A06-2661-48B4-B72E-EB0078C61E7D}">
      <dgm:prSet/>
      <dgm:spPr/>
      <dgm:t>
        <a:bodyPr/>
        <a:lstStyle/>
        <a:p>
          <a:r>
            <a:rPr lang="en-US"/>
            <a:t>Main objectives </a:t>
          </a:r>
        </a:p>
      </dgm:t>
    </dgm:pt>
    <dgm:pt modelId="{AC48CB88-0F1A-4DFA-940C-0E475555F506}" type="parTrans" cxnId="{B48A7880-2946-4416-BC05-1DF3AA56EBA3}">
      <dgm:prSet/>
      <dgm:spPr/>
      <dgm:t>
        <a:bodyPr/>
        <a:lstStyle/>
        <a:p>
          <a:endParaRPr lang="en-US"/>
        </a:p>
      </dgm:t>
    </dgm:pt>
    <dgm:pt modelId="{1FB4170C-5B8E-424C-B92D-F0827BFAAC10}" type="sibTrans" cxnId="{B48A7880-2946-4416-BC05-1DF3AA56EBA3}">
      <dgm:prSet/>
      <dgm:spPr/>
      <dgm:t>
        <a:bodyPr/>
        <a:lstStyle/>
        <a:p>
          <a:endParaRPr lang="en-US"/>
        </a:p>
      </dgm:t>
    </dgm:pt>
    <dgm:pt modelId="{F02A78B9-4593-4C95-BBB4-4AC1896B2C42}">
      <dgm:prSet/>
      <dgm:spPr/>
      <dgm:t>
        <a:bodyPr/>
        <a:lstStyle/>
        <a:p>
          <a:r>
            <a:rPr lang="en-US"/>
            <a:t>Improve learning outcomes for students</a:t>
          </a:r>
        </a:p>
      </dgm:t>
    </dgm:pt>
    <dgm:pt modelId="{FCDE48A0-4B46-4B4D-9F71-B157CB50C020}" type="parTrans" cxnId="{A1A48035-7A91-4F81-A400-40551FF2DE9C}">
      <dgm:prSet/>
      <dgm:spPr/>
      <dgm:t>
        <a:bodyPr/>
        <a:lstStyle/>
        <a:p>
          <a:endParaRPr lang="en-US"/>
        </a:p>
      </dgm:t>
    </dgm:pt>
    <dgm:pt modelId="{AD59E861-5C72-4592-A38A-294986331857}" type="sibTrans" cxnId="{A1A48035-7A91-4F81-A400-40551FF2DE9C}">
      <dgm:prSet/>
      <dgm:spPr/>
      <dgm:t>
        <a:bodyPr/>
        <a:lstStyle/>
        <a:p>
          <a:endParaRPr lang="en-US"/>
        </a:p>
      </dgm:t>
    </dgm:pt>
    <dgm:pt modelId="{EA1A2AD5-E1BF-4B23-9C1E-267351DF552D}">
      <dgm:prSet/>
      <dgm:spPr/>
      <dgm:t>
        <a:bodyPr/>
        <a:lstStyle/>
        <a:p>
          <a:r>
            <a:rPr lang="en-US"/>
            <a:t>Increase revenue by expending into corporate customers</a:t>
          </a:r>
        </a:p>
      </dgm:t>
    </dgm:pt>
    <dgm:pt modelId="{83CB519D-95FF-4D57-BD5E-942C2EE35E74}" type="parTrans" cxnId="{729C70DF-6818-4C24-95E4-28F9E0C737DD}">
      <dgm:prSet/>
      <dgm:spPr/>
      <dgm:t>
        <a:bodyPr/>
        <a:lstStyle/>
        <a:p>
          <a:endParaRPr lang="en-US"/>
        </a:p>
      </dgm:t>
    </dgm:pt>
    <dgm:pt modelId="{B9772E6C-3CB3-4B9A-B321-C5EC6468B306}" type="sibTrans" cxnId="{729C70DF-6818-4C24-95E4-28F9E0C737DD}">
      <dgm:prSet/>
      <dgm:spPr/>
      <dgm:t>
        <a:bodyPr/>
        <a:lstStyle/>
        <a:p>
          <a:endParaRPr lang="en-US"/>
        </a:p>
      </dgm:t>
    </dgm:pt>
    <dgm:pt modelId="{5CF9E7F3-7992-4AEA-8203-85D86365A4A8}">
      <dgm:prSet/>
      <dgm:spPr/>
      <dgm:t>
        <a:bodyPr/>
        <a:lstStyle/>
        <a:p>
          <a:r>
            <a:rPr lang="en-US"/>
            <a:t>Strategic focus</a:t>
          </a:r>
        </a:p>
      </dgm:t>
    </dgm:pt>
    <dgm:pt modelId="{11AB1CA6-9EFB-41E8-861E-4B959D3BD49C}" type="parTrans" cxnId="{CB3D7DB0-00E3-440D-8B0D-BBF08E05CA7D}">
      <dgm:prSet/>
      <dgm:spPr/>
      <dgm:t>
        <a:bodyPr/>
        <a:lstStyle/>
        <a:p>
          <a:endParaRPr lang="en-US"/>
        </a:p>
      </dgm:t>
    </dgm:pt>
    <dgm:pt modelId="{45037A69-3DBB-49F0-8DC5-C73938C8DD49}" type="sibTrans" cxnId="{CB3D7DB0-00E3-440D-8B0D-BBF08E05CA7D}">
      <dgm:prSet/>
      <dgm:spPr/>
      <dgm:t>
        <a:bodyPr/>
        <a:lstStyle/>
        <a:p>
          <a:endParaRPr lang="en-US"/>
        </a:p>
      </dgm:t>
    </dgm:pt>
    <dgm:pt modelId="{08EF83E1-246C-44DB-A438-9E367D68197D}">
      <dgm:prSet/>
      <dgm:spPr/>
      <dgm:t>
        <a:bodyPr/>
        <a:lstStyle/>
        <a:p>
          <a:r>
            <a:rPr lang="en-US"/>
            <a:t>Personalised learning, scalable cloud platform, data driven decisions</a:t>
          </a:r>
        </a:p>
      </dgm:t>
    </dgm:pt>
    <dgm:pt modelId="{C1B4C5BD-2F0A-406E-BC05-B9C03EF27822}" type="parTrans" cxnId="{82E4B071-957F-48D4-B158-049D4004C3BE}">
      <dgm:prSet/>
      <dgm:spPr/>
      <dgm:t>
        <a:bodyPr/>
        <a:lstStyle/>
        <a:p>
          <a:endParaRPr lang="en-US"/>
        </a:p>
      </dgm:t>
    </dgm:pt>
    <dgm:pt modelId="{BAC847C7-1C48-4506-AD0F-432473F40C17}" type="sibTrans" cxnId="{82E4B071-957F-48D4-B158-049D4004C3BE}">
      <dgm:prSet/>
      <dgm:spPr/>
      <dgm:t>
        <a:bodyPr/>
        <a:lstStyle/>
        <a:p>
          <a:endParaRPr lang="en-US"/>
        </a:p>
      </dgm:t>
    </dgm:pt>
    <dgm:pt modelId="{FA1543EC-2DEF-42D5-B5D6-E04DC181361D}" type="pres">
      <dgm:prSet presAssocID="{CC88291C-4034-435C-9B33-5DD5D125F9C1}" presName="linear" presStyleCnt="0">
        <dgm:presLayoutVars>
          <dgm:animLvl val="lvl"/>
          <dgm:resizeHandles val="exact"/>
        </dgm:presLayoutVars>
      </dgm:prSet>
      <dgm:spPr/>
    </dgm:pt>
    <dgm:pt modelId="{018D0A9F-FDE2-4C71-8797-9A21167B6FF0}" type="pres">
      <dgm:prSet presAssocID="{1B06C880-485B-475C-98BC-6A1C06C862B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6EBB1A5-9D53-4E31-BEA0-891054D4BF55}" type="pres">
      <dgm:prSet presAssocID="{1B06C880-485B-475C-98BC-6A1C06C862B4}" presName="childText" presStyleLbl="revTx" presStyleIdx="0" presStyleCnt="3">
        <dgm:presLayoutVars>
          <dgm:bulletEnabled val="1"/>
        </dgm:presLayoutVars>
      </dgm:prSet>
      <dgm:spPr/>
    </dgm:pt>
    <dgm:pt modelId="{6F6EAE46-0206-40FE-A19F-2207676BBE0D}" type="pres">
      <dgm:prSet presAssocID="{4FE57A06-2661-48B4-B72E-EB0078C61E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419D16-3E4C-4180-B898-9A4F2924FC0F}" type="pres">
      <dgm:prSet presAssocID="{4FE57A06-2661-48B4-B72E-EB0078C61E7D}" presName="childText" presStyleLbl="revTx" presStyleIdx="1" presStyleCnt="3">
        <dgm:presLayoutVars>
          <dgm:bulletEnabled val="1"/>
        </dgm:presLayoutVars>
      </dgm:prSet>
      <dgm:spPr/>
    </dgm:pt>
    <dgm:pt modelId="{75BBA089-0736-4233-95E6-FECEDE7DCD07}" type="pres">
      <dgm:prSet presAssocID="{5CF9E7F3-7992-4AEA-8203-85D86365A4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D7A4ECC-9848-4F4F-94CD-C9720021EC43}" type="pres">
      <dgm:prSet presAssocID="{5CF9E7F3-7992-4AEA-8203-85D86365A4A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EED1506-E4CF-4124-A410-6D70112CA03A}" type="presOf" srcId="{08EF83E1-246C-44DB-A438-9E367D68197D}" destId="{ED7A4ECC-9848-4F4F-94CD-C9720021EC43}" srcOrd="0" destOrd="0" presId="urn:microsoft.com/office/officeart/2005/8/layout/vList2"/>
    <dgm:cxn modelId="{8954EA20-2833-40B4-91C5-9CB0A9476D7D}" srcId="{CC88291C-4034-435C-9B33-5DD5D125F9C1}" destId="{1B06C880-485B-475C-98BC-6A1C06C862B4}" srcOrd="0" destOrd="0" parTransId="{D2F5801C-F5B7-460D-BD95-103B497BB047}" sibTransId="{F562498F-4256-47CE-ABB2-E371C7BEAF32}"/>
    <dgm:cxn modelId="{A1A48035-7A91-4F81-A400-40551FF2DE9C}" srcId="{4FE57A06-2661-48B4-B72E-EB0078C61E7D}" destId="{F02A78B9-4593-4C95-BBB4-4AC1896B2C42}" srcOrd="0" destOrd="0" parTransId="{FCDE48A0-4B46-4B4D-9F71-B157CB50C020}" sibTransId="{AD59E861-5C72-4592-A38A-294986331857}"/>
    <dgm:cxn modelId="{A6BB753F-9D21-46B5-AB4F-D8F582EF4F37}" type="presOf" srcId="{F02A78B9-4593-4C95-BBB4-4AC1896B2C42}" destId="{99419D16-3E4C-4180-B898-9A4F2924FC0F}" srcOrd="0" destOrd="0" presId="urn:microsoft.com/office/officeart/2005/8/layout/vList2"/>
    <dgm:cxn modelId="{632F1B61-FA8B-4643-80F8-0FFE4265336B}" type="presOf" srcId="{4FE57A06-2661-48B4-B72E-EB0078C61E7D}" destId="{6F6EAE46-0206-40FE-A19F-2207676BBE0D}" srcOrd="0" destOrd="0" presId="urn:microsoft.com/office/officeart/2005/8/layout/vList2"/>
    <dgm:cxn modelId="{82E4B071-957F-48D4-B158-049D4004C3BE}" srcId="{5CF9E7F3-7992-4AEA-8203-85D86365A4A8}" destId="{08EF83E1-246C-44DB-A438-9E367D68197D}" srcOrd="0" destOrd="0" parTransId="{C1B4C5BD-2F0A-406E-BC05-B9C03EF27822}" sibTransId="{BAC847C7-1C48-4506-AD0F-432473F40C17}"/>
    <dgm:cxn modelId="{0577CE54-1E2D-4684-B629-9492CA6DF64D}" type="presOf" srcId="{CC88291C-4034-435C-9B33-5DD5D125F9C1}" destId="{FA1543EC-2DEF-42D5-B5D6-E04DC181361D}" srcOrd="0" destOrd="0" presId="urn:microsoft.com/office/officeart/2005/8/layout/vList2"/>
    <dgm:cxn modelId="{B48A7880-2946-4416-BC05-1DF3AA56EBA3}" srcId="{CC88291C-4034-435C-9B33-5DD5D125F9C1}" destId="{4FE57A06-2661-48B4-B72E-EB0078C61E7D}" srcOrd="1" destOrd="0" parTransId="{AC48CB88-0F1A-4DFA-940C-0E475555F506}" sibTransId="{1FB4170C-5B8E-424C-B92D-F0827BFAAC10}"/>
    <dgm:cxn modelId="{D619488D-52F9-4774-9F4B-E20622647CF9}" type="presOf" srcId="{EA1A2AD5-E1BF-4B23-9C1E-267351DF552D}" destId="{99419D16-3E4C-4180-B898-9A4F2924FC0F}" srcOrd="0" destOrd="1" presId="urn:microsoft.com/office/officeart/2005/8/layout/vList2"/>
    <dgm:cxn modelId="{CB3D7DB0-00E3-440D-8B0D-BBF08E05CA7D}" srcId="{CC88291C-4034-435C-9B33-5DD5D125F9C1}" destId="{5CF9E7F3-7992-4AEA-8203-85D86365A4A8}" srcOrd="2" destOrd="0" parTransId="{11AB1CA6-9EFB-41E8-861E-4B959D3BD49C}" sibTransId="{45037A69-3DBB-49F0-8DC5-C73938C8DD49}"/>
    <dgm:cxn modelId="{153180C7-1A30-4C50-8310-BE04F073DE03}" type="presOf" srcId="{1B06C880-485B-475C-98BC-6A1C06C862B4}" destId="{018D0A9F-FDE2-4C71-8797-9A21167B6FF0}" srcOrd="0" destOrd="0" presId="urn:microsoft.com/office/officeart/2005/8/layout/vList2"/>
    <dgm:cxn modelId="{62D971CC-CB68-4200-904B-43A8D8D06F5F}" type="presOf" srcId="{EF6DECE5-060A-43F8-8CDB-0A99BD033DF7}" destId="{C6EBB1A5-9D53-4E31-BEA0-891054D4BF55}" srcOrd="0" destOrd="0" presId="urn:microsoft.com/office/officeart/2005/8/layout/vList2"/>
    <dgm:cxn modelId="{EE79BFD4-1EC5-49B1-81D6-EA84E5D6C450}" srcId="{1B06C880-485B-475C-98BC-6A1C06C862B4}" destId="{EF6DECE5-060A-43F8-8CDB-0A99BD033DF7}" srcOrd="0" destOrd="0" parTransId="{3B4CA0DD-355B-4FAD-B66F-D505C89ED7A1}" sibTransId="{19060D7B-95A2-4AC6-82C8-6A455D6EAD06}"/>
    <dgm:cxn modelId="{729C70DF-6818-4C24-95E4-28F9E0C737DD}" srcId="{4FE57A06-2661-48B4-B72E-EB0078C61E7D}" destId="{EA1A2AD5-E1BF-4B23-9C1E-267351DF552D}" srcOrd="1" destOrd="0" parTransId="{83CB519D-95FF-4D57-BD5E-942C2EE35E74}" sibTransId="{B9772E6C-3CB3-4B9A-B321-C5EC6468B306}"/>
    <dgm:cxn modelId="{B90A0FF5-58C9-4F23-AF87-77F99B2EC6F0}" type="presOf" srcId="{5CF9E7F3-7992-4AEA-8203-85D86365A4A8}" destId="{75BBA089-0736-4233-95E6-FECEDE7DCD07}" srcOrd="0" destOrd="0" presId="urn:microsoft.com/office/officeart/2005/8/layout/vList2"/>
    <dgm:cxn modelId="{5A7F0789-1786-4B2F-8CB7-936A27B21FF0}" type="presParOf" srcId="{FA1543EC-2DEF-42D5-B5D6-E04DC181361D}" destId="{018D0A9F-FDE2-4C71-8797-9A21167B6FF0}" srcOrd="0" destOrd="0" presId="urn:microsoft.com/office/officeart/2005/8/layout/vList2"/>
    <dgm:cxn modelId="{FEDCC628-116A-46CE-BE15-4A284C66E58A}" type="presParOf" srcId="{FA1543EC-2DEF-42D5-B5D6-E04DC181361D}" destId="{C6EBB1A5-9D53-4E31-BEA0-891054D4BF55}" srcOrd="1" destOrd="0" presId="urn:microsoft.com/office/officeart/2005/8/layout/vList2"/>
    <dgm:cxn modelId="{36392EC9-F387-4D43-80FF-CADAD3E2ED76}" type="presParOf" srcId="{FA1543EC-2DEF-42D5-B5D6-E04DC181361D}" destId="{6F6EAE46-0206-40FE-A19F-2207676BBE0D}" srcOrd="2" destOrd="0" presId="urn:microsoft.com/office/officeart/2005/8/layout/vList2"/>
    <dgm:cxn modelId="{BCE4C11F-C9A0-48C6-9F5A-D814DFDB9945}" type="presParOf" srcId="{FA1543EC-2DEF-42D5-B5D6-E04DC181361D}" destId="{99419D16-3E4C-4180-B898-9A4F2924FC0F}" srcOrd="3" destOrd="0" presId="urn:microsoft.com/office/officeart/2005/8/layout/vList2"/>
    <dgm:cxn modelId="{5DC99B44-8122-45C3-AC24-5B7AECD2E224}" type="presParOf" srcId="{FA1543EC-2DEF-42D5-B5D6-E04DC181361D}" destId="{75BBA089-0736-4233-95E6-FECEDE7DCD07}" srcOrd="4" destOrd="0" presId="urn:microsoft.com/office/officeart/2005/8/layout/vList2"/>
    <dgm:cxn modelId="{254C7194-C87A-40F9-A86D-FDD937A4B6C1}" type="presParOf" srcId="{FA1543EC-2DEF-42D5-B5D6-E04DC181361D}" destId="{ED7A4ECC-9848-4F4F-94CD-C9720021EC4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6DBFD4-5D55-4EBB-93BE-0F371781902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34DAFE-E2C8-42BC-ADE8-BE1FD16F16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stakeholders</a:t>
          </a:r>
        </a:p>
      </dgm:t>
    </dgm:pt>
    <dgm:pt modelId="{73D46917-65EB-4DE9-802B-A7E5E4BC3104}" type="parTrans" cxnId="{FD49ECCF-235A-44F4-8A3E-8E7F9DE336A6}">
      <dgm:prSet/>
      <dgm:spPr/>
      <dgm:t>
        <a:bodyPr/>
        <a:lstStyle/>
        <a:p>
          <a:endParaRPr lang="en-US"/>
        </a:p>
      </dgm:t>
    </dgm:pt>
    <dgm:pt modelId="{876EEDC1-8CA4-40E5-B763-0DA82E1E4892}" type="sibTrans" cxnId="{FD49ECCF-235A-44F4-8A3E-8E7F9DE336A6}">
      <dgm:prSet/>
      <dgm:spPr/>
      <dgm:t>
        <a:bodyPr/>
        <a:lstStyle/>
        <a:p>
          <a:endParaRPr lang="en-US"/>
        </a:p>
      </dgm:t>
    </dgm:pt>
    <dgm:pt modelId="{7BFFD294-3100-4296-865B-F66AE6617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 </a:t>
          </a:r>
          <a:r>
            <a:rPr lang="en-US" sz="2200">
              <a:latin typeface="Calibri Light" panose="020F0302020204030204"/>
            </a:rPr>
            <a:t>Students</a:t>
          </a:r>
          <a:r>
            <a:rPr lang="en-US" sz="2200"/>
            <a:t>, </a:t>
          </a:r>
          <a:r>
            <a:rPr lang="en-US" sz="2200">
              <a:latin typeface="Calibri Light" panose="020F0302020204030204"/>
            </a:rPr>
            <a:t>teachers</a:t>
          </a:r>
          <a:r>
            <a:rPr lang="en-US" sz="2200"/>
            <a:t>, administrators </a:t>
          </a:r>
          <a:endParaRPr lang="sv-SE" sz="2200">
            <a:latin typeface="Calibri Light" panose="020F0302020204030204"/>
          </a:endParaRPr>
        </a:p>
      </dgm:t>
    </dgm:pt>
    <dgm:pt modelId="{5D4CFFDD-433F-42C4-BEA3-C9FD3A0B65FB}" type="parTrans" cxnId="{1984DB50-1672-41C0-BC77-F0B1F0BD6C5C}">
      <dgm:prSet/>
      <dgm:spPr/>
      <dgm:t>
        <a:bodyPr/>
        <a:lstStyle/>
        <a:p>
          <a:endParaRPr lang="en-US"/>
        </a:p>
      </dgm:t>
    </dgm:pt>
    <dgm:pt modelId="{5C03342A-0D08-46D2-B592-03BA919688A8}" type="sibTrans" cxnId="{1984DB50-1672-41C0-BC77-F0B1F0BD6C5C}">
      <dgm:prSet/>
      <dgm:spPr/>
      <dgm:t>
        <a:bodyPr/>
        <a:lstStyle/>
        <a:p>
          <a:endParaRPr lang="en-US"/>
        </a:p>
      </dgm:t>
    </dgm:pt>
    <dgm:pt modelId="{65AB8C89-C688-45C0-B051-92C845D6D0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Management, developers, IT architects</a:t>
          </a:r>
        </a:p>
      </dgm:t>
    </dgm:pt>
    <dgm:pt modelId="{73B76F5A-C1FC-4B22-964F-9D2B637BCA71}" type="parTrans" cxnId="{76934D06-81C9-49BB-B3C1-B1763DB7F16E}">
      <dgm:prSet/>
      <dgm:spPr/>
      <dgm:t>
        <a:bodyPr/>
        <a:lstStyle/>
        <a:p>
          <a:endParaRPr lang="en-US"/>
        </a:p>
      </dgm:t>
    </dgm:pt>
    <dgm:pt modelId="{712F27F4-2F3E-46CC-8737-8D3EF4839E3E}" type="sibTrans" cxnId="{76934D06-81C9-49BB-B3C1-B1763DB7F16E}">
      <dgm:prSet/>
      <dgm:spPr/>
      <dgm:t>
        <a:bodyPr/>
        <a:lstStyle/>
        <a:p>
          <a:endParaRPr lang="en-US"/>
        </a:p>
      </dgm:t>
    </dgm:pt>
    <dgm:pt modelId="{35A3170E-2B3F-4033-B3F9-86BCC60B7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&amp; Analytics team, Customer support, DPO</a:t>
          </a:r>
        </a:p>
      </dgm:t>
    </dgm:pt>
    <dgm:pt modelId="{AC44C9BD-CC3A-47F5-8F29-AB036F5A2EF6}" type="parTrans" cxnId="{7745C451-D66C-47A6-91B5-AFCABE67DB06}">
      <dgm:prSet/>
      <dgm:spPr/>
      <dgm:t>
        <a:bodyPr/>
        <a:lstStyle/>
        <a:p>
          <a:endParaRPr lang="en-US"/>
        </a:p>
      </dgm:t>
    </dgm:pt>
    <dgm:pt modelId="{A4B595BC-BDC5-4619-A4FF-ED99C95DF843}" type="sibTrans" cxnId="{7745C451-D66C-47A6-91B5-AFCABE67DB06}">
      <dgm:prSet/>
      <dgm:spPr/>
      <dgm:t>
        <a:bodyPr/>
        <a:lstStyle/>
        <a:p>
          <a:endParaRPr lang="en-US"/>
        </a:p>
      </dgm:t>
    </dgm:pt>
    <dgm:pt modelId="{7FAC5999-82A6-4AB2-8B52-E0CE5DD0AAF2}" type="pres">
      <dgm:prSet presAssocID="{E46DBFD4-5D55-4EBB-93BE-0F371781902A}" presName="root" presStyleCnt="0">
        <dgm:presLayoutVars>
          <dgm:dir/>
          <dgm:resizeHandles val="exact"/>
        </dgm:presLayoutVars>
      </dgm:prSet>
      <dgm:spPr/>
    </dgm:pt>
    <dgm:pt modelId="{64A57109-2DA8-4A18-9AB8-34E843B2F741}" type="pres">
      <dgm:prSet presAssocID="{FD34DAFE-E2C8-42BC-ADE8-BE1FD16F1683}" presName="compNode" presStyleCnt="0"/>
      <dgm:spPr/>
    </dgm:pt>
    <dgm:pt modelId="{99656810-8503-4794-A768-E41A58DD2DBE}" type="pres">
      <dgm:prSet presAssocID="{FD34DAFE-E2C8-42BC-ADE8-BE1FD16F1683}" presName="bgRect" presStyleLbl="bgShp" presStyleIdx="0" presStyleCnt="1"/>
      <dgm:spPr/>
    </dgm:pt>
    <dgm:pt modelId="{80A4764F-32D5-425B-8BF9-059DA0BC040A}" type="pres">
      <dgm:prSet presAssocID="{FD34DAFE-E2C8-42BC-ADE8-BE1FD16F1683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vändare"/>
        </a:ext>
      </dgm:extLst>
    </dgm:pt>
    <dgm:pt modelId="{3416887F-05E8-446F-A433-F7D5B2D672E3}" type="pres">
      <dgm:prSet presAssocID="{FD34DAFE-E2C8-42BC-ADE8-BE1FD16F1683}" presName="spaceRect" presStyleCnt="0"/>
      <dgm:spPr/>
    </dgm:pt>
    <dgm:pt modelId="{A616A5F6-7027-43DB-850E-EBBFE752FD52}" type="pres">
      <dgm:prSet presAssocID="{FD34DAFE-E2C8-42BC-ADE8-BE1FD16F1683}" presName="parTx" presStyleLbl="revTx" presStyleIdx="0" presStyleCnt="2">
        <dgm:presLayoutVars>
          <dgm:chMax val="0"/>
          <dgm:chPref val="0"/>
        </dgm:presLayoutVars>
      </dgm:prSet>
      <dgm:spPr/>
    </dgm:pt>
    <dgm:pt modelId="{0FFF7593-5C92-4C54-9CAB-D286F5E60C37}" type="pres">
      <dgm:prSet presAssocID="{FD34DAFE-E2C8-42BC-ADE8-BE1FD16F1683}" presName="desTx" presStyleLbl="revTx" presStyleIdx="1" presStyleCnt="2">
        <dgm:presLayoutVars/>
      </dgm:prSet>
      <dgm:spPr/>
    </dgm:pt>
  </dgm:ptLst>
  <dgm:cxnLst>
    <dgm:cxn modelId="{76934D06-81C9-49BB-B3C1-B1763DB7F16E}" srcId="{FD34DAFE-E2C8-42BC-ADE8-BE1FD16F1683}" destId="{65AB8C89-C688-45C0-B051-92C845D6D0AD}" srcOrd="1" destOrd="0" parTransId="{73B76F5A-C1FC-4B22-964F-9D2B637BCA71}" sibTransId="{712F27F4-2F3E-46CC-8737-8D3EF4839E3E}"/>
    <dgm:cxn modelId="{BE100217-DC82-426A-A85C-16164A77D6EF}" type="presOf" srcId="{65AB8C89-C688-45C0-B051-92C845D6D0AD}" destId="{0FFF7593-5C92-4C54-9CAB-D286F5E60C37}" srcOrd="0" destOrd="1" presId="urn:microsoft.com/office/officeart/2018/2/layout/IconVerticalSolidList"/>
    <dgm:cxn modelId="{37381439-44CF-46AC-A0F7-BA1C2F1DCA6F}" type="presOf" srcId="{35A3170E-2B3F-4033-B3F9-86BCC60B7DFE}" destId="{0FFF7593-5C92-4C54-9CAB-D286F5E60C37}" srcOrd="0" destOrd="2" presId="urn:microsoft.com/office/officeart/2018/2/layout/IconVerticalSolidList"/>
    <dgm:cxn modelId="{4811B944-4E27-42E0-A39C-D2F684FDA4BD}" type="presOf" srcId="{E46DBFD4-5D55-4EBB-93BE-0F371781902A}" destId="{7FAC5999-82A6-4AB2-8B52-E0CE5DD0AAF2}" srcOrd="0" destOrd="0" presId="urn:microsoft.com/office/officeart/2018/2/layout/IconVerticalSolidList"/>
    <dgm:cxn modelId="{1984DB50-1672-41C0-BC77-F0B1F0BD6C5C}" srcId="{FD34DAFE-E2C8-42BC-ADE8-BE1FD16F1683}" destId="{7BFFD294-3100-4296-865B-F66AE6617316}" srcOrd="0" destOrd="0" parTransId="{5D4CFFDD-433F-42C4-BEA3-C9FD3A0B65FB}" sibTransId="{5C03342A-0D08-46D2-B592-03BA919688A8}"/>
    <dgm:cxn modelId="{7745C451-D66C-47A6-91B5-AFCABE67DB06}" srcId="{FD34DAFE-E2C8-42BC-ADE8-BE1FD16F1683}" destId="{35A3170E-2B3F-4033-B3F9-86BCC60B7DFE}" srcOrd="2" destOrd="0" parTransId="{AC44C9BD-CC3A-47F5-8F29-AB036F5A2EF6}" sibTransId="{A4B595BC-BDC5-4619-A4FF-ED99C95DF843}"/>
    <dgm:cxn modelId="{5FE23075-3272-4DC6-AA74-271D78EDD74B}" type="presOf" srcId="{7BFFD294-3100-4296-865B-F66AE6617316}" destId="{0FFF7593-5C92-4C54-9CAB-D286F5E60C37}" srcOrd="0" destOrd="0" presId="urn:microsoft.com/office/officeart/2018/2/layout/IconVerticalSolidList"/>
    <dgm:cxn modelId="{DBC23B98-08C8-4447-BF56-E25EDA0AF565}" type="presOf" srcId="{FD34DAFE-E2C8-42BC-ADE8-BE1FD16F1683}" destId="{A616A5F6-7027-43DB-850E-EBBFE752FD52}" srcOrd="0" destOrd="0" presId="urn:microsoft.com/office/officeart/2018/2/layout/IconVerticalSolidList"/>
    <dgm:cxn modelId="{FD49ECCF-235A-44F4-8A3E-8E7F9DE336A6}" srcId="{E46DBFD4-5D55-4EBB-93BE-0F371781902A}" destId="{FD34DAFE-E2C8-42BC-ADE8-BE1FD16F1683}" srcOrd="0" destOrd="0" parTransId="{73D46917-65EB-4DE9-802B-A7E5E4BC3104}" sibTransId="{876EEDC1-8CA4-40E5-B763-0DA82E1E4892}"/>
    <dgm:cxn modelId="{392B109B-177D-48DF-82E2-7958CD222733}" type="presParOf" srcId="{7FAC5999-82A6-4AB2-8B52-E0CE5DD0AAF2}" destId="{64A57109-2DA8-4A18-9AB8-34E843B2F741}" srcOrd="0" destOrd="0" presId="urn:microsoft.com/office/officeart/2018/2/layout/IconVerticalSolidList"/>
    <dgm:cxn modelId="{707832B3-D873-41B9-B1D0-0FFD65CE0A23}" type="presParOf" srcId="{64A57109-2DA8-4A18-9AB8-34E843B2F741}" destId="{99656810-8503-4794-A768-E41A58DD2DBE}" srcOrd="0" destOrd="0" presId="urn:microsoft.com/office/officeart/2018/2/layout/IconVerticalSolidList"/>
    <dgm:cxn modelId="{40140CC9-9847-46FA-90EE-8633AE2C2CE6}" type="presParOf" srcId="{64A57109-2DA8-4A18-9AB8-34E843B2F741}" destId="{80A4764F-32D5-425B-8BF9-059DA0BC040A}" srcOrd="1" destOrd="0" presId="urn:microsoft.com/office/officeart/2018/2/layout/IconVerticalSolidList"/>
    <dgm:cxn modelId="{7ED167FC-59E9-4A13-B0DF-D3DF6BE116F3}" type="presParOf" srcId="{64A57109-2DA8-4A18-9AB8-34E843B2F741}" destId="{3416887F-05E8-446F-A433-F7D5B2D672E3}" srcOrd="2" destOrd="0" presId="urn:microsoft.com/office/officeart/2018/2/layout/IconVerticalSolidList"/>
    <dgm:cxn modelId="{137BDC5B-4AD0-454A-9832-C6573D3453B2}" type="presParOf" srcId="{64A57109-2DA8-4A18-9AB8-34E843B2F741}" destId="{A616A5F6-7027-43DB-850E-EBBFE752FD52}" srcOrd="3" destOrd="0" presId="urn:microsoft.com/office/officeart/2018/2/layout/IconVerticalSolidList"/>
    <dgm:cxn modelId="{049ACD30-A2B9-43C4-9A5D-7C333794D7AF}" type="presParOf" srcId="{64A57109-2DA8-4A18-9AB8-34E843B2F741}" destId="{0FFF7593-5C92-4C54-9CAB-D286F5E60C3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3A060A-6CDA-4D40-9290-C22D42B81D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012A3E-E48B-4548-8858-5D1ECB760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Market Forces &amp; External Drivers</a:t>
          </a:r>
          <a:endParaRPr lang="en-US"/>
        </a:p>
      </dgm:t>
    </dgm:pt>
    <dgm:pt modelId="{03618870-8230-4AF0-A342-59751E6BCB86}" type="parTrans" cxnId="{FCFCA400-D2BF-49DB-B6BA-8A54E95AC7F1}">
      <dgm:prSet/>
      <dgm:spPr/>
      <dgm:t>
        <a:bodyPr/>
        <a:lstStyle/>
        <a:p>
          <a:endParaRPr lang="en-US"/>
        </a:p>
      </dgm:t>
    </dgm:pt>
    <dgm:pt modelId="{55757774-4486-4C2D-9C96-8DD06402CFD0}" type="sibTrans" cxnId="{FCFCA400-D2BF-49DB-B6BA-8A54E95AC7F1}">
      <dgm:prSet/>
      <dgm:spPr/>
      <dgm:t>
        <a:bodyPr/>
        <a:lstStyle/>
        <a:p>
          <a:endParaRPr lang="en-US"/>
        </a:p>
      </dgm:t>
    </dgm:pt>
    <dgm:pt modelId="{D2DF7001-1C95-403C-9BCB-58CD16613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Digitalisation: Expectation of modern e-learning.</a:t>
          </a:r>
        </a:p>
      </dgm:t>
    </dgm:pt>
    <dgm:pt modelId="{43B6FA03-F22D-4133-BB12-632844708B6F}" type="parTrans" cxnId="{D89A5FBC-056E-47FF-847E-6202B3FA1A40}">
      <dgm:prSet/>
      <dgm:spPr/>
      <dgm:t>
        <a:bodyPr/>
        <a:lstStyle/>
        <a:p>
          <a:endParaRPr lang="en-US"/>
        </a:p>
      </dgm:t>
    </dgm:pt>
    <dgm:pt modelId="{CAB3E375-10F5-4A86-8893-3D2305C6D5E2}" type="sibTrans" cxnId="{D89A5FBC-056E-47FF-847E-6202B3FA1A40}">
      <dgm:prSet/>
      <dgm:spPr/>
      <dgm:t>
        <a:bodyPr/>
        <a:lstStyle/>
        <a:p>
          <a:endParaRPr lang="en-US"/>
        </a:p>
      </dgm:t>
    </dgm:pt>
    <dgm:pt modelId="{20F92508-DFB4-4909-B6F8-9705771257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Competition: Global EdTech giants pushing UX standards.</a:t>
          </a:r>
        </a:p>
      </dgm:t>
    </dgm:pt>
    <dgm:pt modelId="{E67EFB79-F6F6-41D8-8A4B-6163986845F1}" type="parTrans" cxnId="{EAD76BAB-850C-4C93-BD1D-9D716CBBD030}">
      <dgm:prSet/>
      <dgm:spPr/>
      <dgm:t>
        <a:bodyPr/>
        <a:lstStyle/>
        <a:p>
          <a:endParaRPr lang="en-US"/>
        </a:p>
      </dgm:t>
    </dgm:pt>
    <dgm:pt modelId="{8B7F4427-419D-474B-A890-6411103A03FC}" type="sibTrans" cxnId="{EAD76BAB-850C-4C93-BD1D-9D716CBBD030}">
      <dgm:prSet/>
      <dgm:spPr/>
      <dgm:t>
        <a:bodyPr/>
        <a:lstStyle/>
        <a:p>
          <a:endParaRPr lang="en-US"/>
        </a:p>
      </dgm:t>
    </dgm:pt>
    <dgm:pt modelId="{AF38FDE9-5562-4CEB-A8A7-92E52B074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️ Regulation: GDPR &amp; National Education Acts.</a:t>
          </a:r>
        </a:p>
      </dgm:t>
    </dgm:pt>
    <dgm:pt modelId="{946866D5-2A87-4A1D-BD49-CB8043F4C59C}" type="parTrans" cxnId="{FB81A020-4452-460D-A971-07FBE3275844}">
      <dgm:prSet/>
      <dgm:spPr/>
      <dgm:t>
        <a:bodyPr/>
        <a:lstStyle/>
        <a:p>
          <a:endParaRPr lang="en-US"/>
        </a:p>
      </dgm:t>
    </dgm:pt>
    <dgm:pt modelId="{46B909DA-C047-42FA-9571-DA0E7B5AFA79}" type="sibTrans" cxnId="{FB81A020-4452-460D-A971-07FBE3275844}">
      <dgm:prSet/>
      <dgm:spPr/>
      <dgm:t>
        <a:bodyPr/>
        <a:lstStyle/>
        <a:p>
          <a:endParaRPr lang="en-US"/>
        </a:p>
      </dgm:t>
    </dgm:pt>
    <dgm:pt modelId="{302E2E9C-6576-4643-9FEF-D21B1ACE5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Needs: Seamless SSO &amp; LMS connections.</a:t>
          </a:r>
        </a:p>
      </dgm:t>
    </dgm:pt>
    <dgm:pt modelId="{12DAE470-69F6-4F73-A1DF-D8122293D490}" type="parTrans" cxnId="{BDFD9002-FB31-440A-BB27-7351CA55535F}">
      <dgm:prSet/>
      <dgm:spPr/>
      <dgm:t>
        <a:bodyPr/>
        <a:lstStyle/>
        <a:p>
          <a:endParaRPr lang="en-US"/>
        </a:p>
      </dgm:t>
    </dgm:pt>
    <dgm:pt modelId="{0B346696-E55D-4FEF-AAA5-36DF73AD7AC9}" type="sibTrans" cxnId="{BDFD9002-FB31-440A-BB27-7351CA55535F}">
      <dgm:prSet/>
      <dgm:spPr/>
      <dgm:t>
        <a:bodyPr/>
        <a:lstStyle/>
        <a:p>
          <a:endParaRPr lang="en-US"/>
        </a:p>
      </dgm:t>
    </dgm:pt>
    <dgm:pt modelId="{A49B5485-2A34-44FE-AF4F-8D5EB48CE707}" type="pres">
      <dgm:prSet presAssocID="{E83A060A-6CDA-4D40-9290-C22D42B81D1B}" presName="root" presStyleCnt="0">
        <dgm:presLayoutVars>
          <dgm:dir/>
          <dgm:resizeHandles val="exact"/>
        </dgm:presLayoutVars>
      </dgm:prSet>
      <dgm:spPr/>
    </dgm:pt>
    <dgm:pt modelId="{44AE5BC2-7448-4364-A2D5-5222E7731428}" type="pres">
      <dgm:prSet presAssocID="{95012A3E-E48B-4548-8858-5D1ECB760820}" presName="compNode" presStyleCnt="0"/>
      <dgm:spPr/>
    </dgm:pt>
    <dgm:pt modelId="{9A69DE41-2EA7-4C2F-A241-E7913B0AB877}" type="pres">
      <dgm:prSet presAssocID="{95012A3E-E48B-4548-8858-5D1ECB7608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C19B497-026C-467B-9C35-D64C478FEBA3}" type="pres">
      <dgm:prSet presAssocID="{95012A3E-E48B-4548-8858-5D1ECB760820}" presName="spaceRect" presStyleCnt="0"/>
      <dgm:spPr/>
    </dgm:pt>
    <dgm:pt modelId="{A4FDB095-22C2-4F6C-97EB-E84066A6CFB6}" type="pres">
      <dgm:prSet presAssocID="{95012A3E-E48B-4548-8858-5D1ECB760820}" presName="textRect" presStyleLbl="revTx" presStyleIdx="0" presStyleCnt="5">
        <dgm:presLayoutVars>
          <dgm:chMax val="1"/>
          <dgm:chPref val="1"/>
        </dgm:presLayoutVars>
      </dgm:prSet>
      <dgm:spPr/>
    </dgm:pt>
    <dgm:pt modelId="{38CABB69-87DC-4E37-8B40-ACAA8104F5B2}" type="pres">
      <dgm:prSet presAssocID="{55757774-4486-4C2D-9C96-8DD06402CFD0}" presName="sibTrans" presStyleCnt="0"/>
      <dgm:spPr/>
    </dgm:pt>
    <dgm:pt modelId="{D4D553A9-ECF9-4476-917B-F8A96D6AE76D}" type="pres">
      <dgm:prSet presAssocID="{D2DF7001-1C95-403C-9BCB-58CD166130CB}" presName="compNode" presStyleCnt="0"/>
      <dgm:spPr/>
    </dgm:pt>
    <dgm:pt modelId="{24582B52-8059-4A01-AEC8-F3B8FF605B94}" type="pres">
      <dgm:prSet presAssocID="{D2DF7001-1C95-403C-9BCB-58CD166130C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EF8FFE52-536F-4F3B-8CBF-F6B32487F9B6}" type="pres">
      <dgm:prSet presAssocID="{D2DF7001-1C95-403C-9BCB-58CD166130CB}" presName="spaceRect" presStyleCnt="0"/>
      <dgm:spPr/>
    </dgm:pt>
    <dgm:pt modelId="{DB877B42-FD7D-4602-9E91-0D7D8B63ECD9}" type="pres">
      <dgm:prSet presAssocID="{D2DF7001-1C95-403C-9BCB-58CD166130CB}" presName="textRect" presStyleLbl="revTx" presStyleIdx="1" presStyleCnt="5">
        <dgm:presLayoutVars>
          <dgm:chMax val="1"/>
          <dgm:chPref val="1"/>
        </dgm:presLayoutVars>
      </dgm:prSet>
      <dgm:spPr/>
    </dgm:pt>
    <dgm:pt modelId="{EC3BEACE-B3FD-4F0F-A885-1A5061890F5E}" type="pres">
      <dgm:prSet presAssocID="{CAB3E375-10F5-4A86-8893-3D2305C6D5E2}" presName="sibTrans" presStyleCnt="0"/>
      <dgm:spPr/>
    </dgm:pt>
    <dgm:pt modelId="{AE878DDE-3BAB-49B2-8EA0-69EA9D693438}" type="pres">
      <dgm:prSet presAssocID="{20F92508-DFB4-4909-B6F8-97057712578E}" presName="compNode" presStyleCnt="0"/>
      <dgm:spPr/>
    </dgm:pt>
    <dgm:pt modelId="{72175148-1F43-43A5-B77D-DDCEB789EEB9}" type="pres">
      <dgm:prSet presAssocID="{20F92508-DFB4-4909-B6F8-97057712578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rsa"/>
        </a:ext>
      </dgm:extLst>
    </dgm:pt>
    <dgm:pt modelId="{5F146135-6BBA-43FE-B436-C92F1407D199}" type="pres">
      <dgm:prSet presAssocID="{20F92508-DFB4-4909-B6F8-97057712578E}" presName="spaceRect" presStyleCnt="0"/>
      <dgm:spPr/>
    </dgm:pt>
    <dgm:pt modelId="{45DE62F1-67E6-4AE2-96C1-2123F20816E2}" type="pres">
      <dgm:prSet presAssocID="{20F92508-DFB4-4909-B6F8-97057712578E}" presName="textRect" presStyleLbl="revTx" presStyleIdx="2" presStyleCnt="5">
        <dgm:presLayoutVars>
          <dgm:chMax val="1"/>
          <dgm:chPref val="1"/>
        </dgm:presLayoutVars>
      </dgm:prSet>
      <dgm:spPr/>
    </dgm:pt>
    <dgm:pt modelId="{3F5F60A9-E521-498A-86BC-C8B31CE1B88B}" type="pres">
      <dgm:prSet presAssocID="{8B7F4427-419D-474B-A890-6411103A03FC}" presName="sibTrans" presStyleCnt="0"/>
      <dgm:spPr/>
    </dgm:pt>
    <dgm:pt modelId="{E1C4E44F-0CF9-444D-BD0A-AF949ADE90EB}" type="pres">
      <dgm:prSet presAssocID="{AF38FDE9-5562-4CEB-A8A7-92E52B074712}" presName="compNode" presStyleCnt="0"/>
      <dgm:spPr/>
    </dgm:pt>
    <dgm:pt modelId="{93F87D24-FF09-4252-9417-B957CBC9B526}" type="pres">
      <dgm:prSet presAssocID="{AF38FDE9-5562-4CEB-A8A7-92E52B07471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0FE552D-2775-41A2-878D-47BD43F29C37}" type="pres">
      <dgm:prSet presAssocID="{AF38FDE9-5562-4CEB-A8A7-92E52B074712}" presName="spaceRect" presStyleCnt="0"/>
      <dgm:spPr/>
    </dgm:pt>
    <dgm:pt modelId="{EC898DBF-1380-4F77-9077-74BF041043EB}" type="pres">
      <dgm:prSet presAssocID="{AF38FDE9-5562-4CEB-A8A7-92E52B074712}" presName="textRect" presStyleLbl="revTx" presStyleIdx="3" presStyleCnt="5">
        <dgm:presLayoutVars>
          <dgm:chMax val="1"/>
          <dgm:chPref val="1"/>
        </dgm:presLayoutVars>
      </dgm:prSet>
      <dgm:spPr/>
    </dgm:pt>
    <dgm:pt modelId="{6C12D525-49D1-46F1-ADFC-15EA6C6A5B13}" type="pres">
      <dgm:prSet presAssocID="{46B909DA-C047-42FA-9571-DA0E7B5AFA79}" presName="sibTrans" presStyleCnt="0"/>
      <dgm:spPr/>
    </dgm:pt>
    <dgm:pt modelId="{94F5380D-1E13-4D91-8D73-8E63E6186F3A}" type="pres">
      <dgm:prSet presAssocID="{302E2E9C-6576-4643-9FEF-D21B1ACE5FEF}" presName="compNode" presStyleCnt="0"/>
      <dgm:spPr/>
    </dgm:pt>
    <dgm:pt modelId="{433C71AF-4583-4B25-A970-C38EA5D48F1F}" type="pres">
      <dgm:prSet presAssocID="{302E2E9C-6576-4643-9FEF-D21B1ACE5FE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vändare"/>
        </a:ext>
      </dgm:extLst>
    </dgm:pt>
    <dgm:pt modelId="{75B329AA-6032-4979-B5DC-CAA6F7741953}" type="pres">
      <dgm:prSet presAssocID="{302E2E9C-6576-4643-9FEF-D21B1ACE5FEF}" presName="spaceRect" presStyleCnt="0"/>
      <dgm:spPr/>
    </dgm:pt>
    <dgm:pt modelId="{103A37A0-DE34-4E51-A935-CD7F3EE77386}" type="pres">
      <dgm:prSet presAssocID="{302E2E9C-6576-4643-9FEF-D21B1ACE5FE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CFCA400-D2BF-49DB-B6BA-8A54E95AC7F1}" srcId="{E83A060A-6CDA-4D40-9290-C22D42B81D1B}" destId="{95012A3E-E48B-4548-8858-5D1ECB760820}" srcOrd="0" destOrd="0" parTransId="{03618870-8230-4AF0-A342-59751E6BCB86}" sibTransId="{55757774-4486-4C2D-9C96-8DD06402CFD0}"/>
    <dgm:cxn modelId="{BDFD9002-FB31-440A-BB27-7351CA55535F}" srcId="{E83A060A-6CDA-4D40-9290-C22D42B81D1B}" destId="{302E2E9C-6576-4643-9FEF-D21B1ACE5FEF}" srcOrd="4" destOrd="0" parTransId="{12DAE470-69F6-4F73-A1DF-D8122293D490}" sibTransId="{0B346696-E55D-4FEF-AAA5-36DF73AD7AC9}"/>
    <dgm:cxn modelId="{EBF6FA03-35ED-4E8F-BE90-4462C53CABC4}" type="presOf" srcId="{302E2E9C-6576-4643-9FEF-D21B1ACE5FEF}" destId="{103A37A0-DE34-4E51-A935-CD7F3EE77386}" srcOrd="0" destOrd="0" presId="urn:microsoft.com/office/officeart/2018/2/layout/IconLabelList"/>
    <dgm:cxn modelId="{FB81A020-4452-460D-A971-07FBE3275844}" srcId="{E83A060A-6CDA-4D40-9290-C22D42B81D1B}" destId="{AF38FDE9-5562-4CEB-A8A7-92E52B074712}" srcOrd="3" destOrd="0" parTransId="{946866D5-2A87-4A1D-BD49-CB8043F4C59C}" sibTransId="{46B909DA-C047-42FA-9571-DA0E7B5AFA79}"/>
    <dgm:cxn modelId="{393E186C-CC45-43FC-B8ED-68B213C5577F}" type="presOf" srcId="{E83A060A-6CDA-4D40-9290-C22D42B81D1B}" destId="{A49B5485-2A34-44FE-AF4F-8D5EB48CE707}" srcOrd="0" destOrd="0" presId="urn:microsoft.com/office/officeart/2018/2/layout/IconLabelList"/>
    <dgm:cxn modelId="{AC651B91-72A3-4A9F-B977-9F51830BD2D3}" type="presOf" srcId="{20F92508-DFB4-4909-B6F8-97057712578E}" destId="{45DE62F1-67E6-4AE2-96C1-2123F20816E2}" srcOrd="0" destOrd="0" presId="urn:microsoft.com/office/officeart/2018/2/layout/IconLabelList"/>
    <dgm:cxn modelId="{EAD76BAB-850C-4C93-BD1D-9D716CBBD030}" srcId="{E83A060A-6CDA-4D40-9290-C22D42B81D1B}" destId="{20F92508-DFB4-4909-B6F8-97057712578E}" srcOrd="2" destOrd="0" parTransId="{E67EFB79-F6F6-41D8-8A4B-6163986845F1}" sibTransId="{8B7F4427-419D-474B-A890-6411103A03FC}"/>
    <dgm:cxn modelId="{E4DF1CB1-D676-4802-9E72-980D8894ECC1}" type="presOf" srcId="{AF38FDE9-5562-4CEB-A8A7-92E52B074712}" destId="{EC898DBF-1380-4F77-9077-74BF041043EB}" srcOrd="0" destOrd="0" presId="urn:microsoft.com/office/officeart/2018/2/layout/IconLabelList"/>
    <dgm:cxn modelId="{04E3D7B1-3F0D-4BB5-BB1B-EA8A4BAEE855}" type="presOf" srcId="{95012A3E-E48B-4548-8858-5D1ECB760820}" destId="{A4FDB095-22C2-4F6C-97EB-E84066A6CFB6}" srcOrd="0" destOrd="0" presId="urn:microsoft.com/office/officeart/2018/2/layout/IconLabelList"/>
    <dgm:cxn modelId="{D89A5FBC-056E-47FF-847E-6202B3FA1A40}" srcId="{E83A060A-6CDA-4D40-9290-C22D42B81D1B}" destId="{D2DF7001-1C95-403C-9BCB-58CD166130CB}" srcOrd="1" destOrd="0" parTransId="{43B6FA03-F22D-4133-BB12-632844708B6F}" sibTransId="{CAB3E375-10F5-4A86-8893-3D2305C6D5E2}"/>
    <dgm:cxn modelId="{EF0B95DB-D960-45D5-9A58-5094FDED66C9}" type="presOf" srcId="{D2DF7001-1C95-403C-9BCB-58CD166130CB}" destId="{DB877B42-FD7D-4602-9E91-0D7D8B63ECD9}" srcOrd="0" destOrd="0" presId="urn:microsoft.com/office/officeart/2018/2/layout/IconLabelList"/>
    <dgm:cxn modelId="{5998A904-F040-43C3-BE86-18866E7D9023}" type="presParOf" srcId="{A49B5485-2A34-44FE-AF4F-8D5EB48CE707}" destId="{44AE5BC2-7448-4364-A2D5-5222E7731428}" srcOrd="0" destOrd="0" presId="urn:microsoft.com/office/officeart/2018/2/layout/IconLabelList"/>
    <dgm:cxn modelId="{23854DCA-142B-491F-BA04-594EFD647C3C}" type="presParOf" srcId="{44AE5BC2-7448-4364-A2D5-5222E7731428}" destId="{9A69DE41-2EA7-4C2F-A241-E7913B0AB877}" srcOrd="0" destOrd="0" presId="urn:microsoft.com/office/officeart/2018/2/layout/IconLabelList"/>
    <dgm:cxn modelId="{B691F172-6C66-45CE-9DB5-A1E0A2732125}" type="presParOf" srcId="{44AE5BC2-7448-4364-A2D5-5222E7731428}" destId="{4C19B497-026C-467B-9C35-D64C478FEBA3}" srcOrd="1" destOrd="0" presId="urn:microsoft.com/office/officeart/2018/2/layout/IconLabelList"/>
    <dgm:cxn modelId="{0F078739-0D3F-4A45-8837-F11670FD4464}" type="presParOf" srcId="{44AE5BC2-7448-4364-A2D5-5222E7731428}" destId="{A4FDB095-22C2-4F6C-97EB-E84066A6CFB6}" srcOrd="2" destOrd="0" presId="urn:microsoft.com/office/officeart/2018/2/layout/IconLabelList"/>
    <dgm:cxn modelId="{F146E86A-DF8A-4FBD-B0C5-B762745C6180}" type="presParOf" srcId="{A49B5485-2A34-44FE-AF4F-8D5EB48CE707}" destId="{38CABB69-87DC-4E37-8B40-ACAA8104F5B2}" srcOrd="1" destOrd="0" presId="urn:microsoft.com/office/officeart/2018/2/layout/IconLabelList"/>
    <dgm:cxn modelId="{E63EA637-9D3B-4538-B6AA-0E7CBE2C895C}" type="presParOf" srcId="{A49B5485-2A34-44FE-AF4F-8D5EB48CE707}" destId="{D4D553A9-ECF9-4476-917B-F8A96D6AE76D}" srcOrd="2" destOrd="0" presId="urn:microsoft.com/office/officeart/2018/2/layout/IconLabelList"/>
    <dgm:cxn modelId="{ED5AE268-2021-41D6-9095-51634B2476B3}" type="presParOf" srcId="{D4D553A9-ECF9-4476-917B-F8A96D6AE76D}" destId="{24582B52-8059-4A01-AEC8-F3B8FF605B94}" srcOrd="0" destOrd="0" presId="urn:microsoft.com/office/officeart/2018/2/layout/IconLabelList"/>
    <dgm:cxn modelId="{D5B6D75C-E0AE-4AD5-A1C5-8EF1FBC47B9C}" type="presParOf" srcId="{D4D553A9-ECF9-4476-917B-F8A96D6AE76D}" destId="{EF8FFE52-536F-4F3B-8CBF-F6B32487F9B6}" srcOrd="1" destOrd="0" presId="urn:microsoft.com/office/officeart/2018/2/layout/IconLabelList"/>
    <dgm:cxn modelId="{18BC7814-E248-4EF7-B91C-A9C8516998D8}" type="presParOf" srcId="{D4D553A9-ECF9-4476-917B-F8A96D6AE76D}" destId="{DB877B42-FD7D-4602-9E91-0D7D8B63ECD9}" srcOrd="2" destOrd="0" presId="urn:microsoft.com/office/officeart/2018/2/layout/IconLabelList"/>
    <dgm:cxn modelId="{EAA14FAD-44A8-49AF-AB9B-464931B1383A}" type="presParOf" srcId="{A49B5485-2A34-44FE-AF4F-8D5EB48CE707}" destId="{EC3BEACE-B3FD-4F0F-A885-1A5061890F5E}" srcOrd="3" destOrd="0" presId="urn:microsoft.com/office/officeart/2018/2/layout/IconLabelList"/>
    <dgm:cxn modelId="{2E9D5038-4D98-47D5-9A2F-4CFAA78F4906}" type="presParOf" srcId="{A49B5485-2A34-44FE-AF4F-8D5EB48CE707}" destId="{AE878DDE-3BAB-49B2-8EA0-69EA9D693438}" srcOrd="4" destOrd="0" presId="urn:microsoft.com/office/officeart/2018/2/layout/IconLabelList"/>
    <dgm:cxn modelId="{934E56A1-9D5F-46E2-9E89-E8B40FA5FE28}" type="presParOf" srcId="{AE878DDE-3BAB-49B2-8EA0-69EA9D693438}" destId="{72175148-1F43-43A5-B77D-DDCEB789EEB9}" srcOrd="0" destOrd="0" presId="urn:microsoft.com/office/officeart/2018/2/layout/IconLabelList"/>
    <dgm:cxn modelId="{C166D9A5-8925-4290-8830-0DD32F8C7235}" type="presParOf" srcId="{AE878DDE-3BAB-49B2-8EA0-69EA9D693438}" destId="{5F146135-6BBA-43FE-B436-C92F1407D199}" srcOrd="1" destOrd="0" presId="urn:microsoft.com/office/officeart/2018/2/layout/IconLabelList"/>
    <dgm:cxn modelId="{477AB338-E610-46E8-BE09-A0EF328A4710}" type="presParOf" srcId="{AE878DDE-3BAB-49B2-8EA0-69EA9D693438}" destId="{45DE62F1-67E6-4AE2-96C1-2123F20816E2}" srcOrd="2" destOrd="0" presId="urn:microsoft.com/office/officeart/2018/2/layout/IconLabelList"/>
    <dgm:cxn modelId="{3950F764-614F-4914-85AB-9DB7AE0564FA}" type="presParOf" srcId="{A49B5485-2A34-44FE-AF4F-8D5EB48CE707}" destId="{3F5F60A9-E521-498A-86BC-C8B31CE1B88B}" srcOrd="5" destOrd="0" presId="urn:microsoft.com/office/officeart/2018/2/layout/IconLabelList"/>
    <dgm:cxn modelId="{8BC84EE8-10C5-4501-88C5-079EFC0DE126}" type="presParOf" srcId="{A49B5485-2A34-44FE-AF4F-8D5EB48CE707}" destId="{E1C4E44F-0CF9-444D-BD0A-AF949ADE90EB}" srcOrd="6" destOrd="0" presId="urn:microsoft.com/office/officeart/2018/2/layout/IconLabelList"/>
    <dgm:cxn modelId="{EC6AD339-AAB6-4A32-9AD9-67CABADEF1D0}" type="presParOf" srcId="{E1C4E44F-0CF9-444D-BD0A-AF949ADE90EB}" destId="{93F87D24-FF09-4252-9417-B957CBC9B526}" srcOrd="0" destOrd="0" presId="urn:microsoft.com/office/officeart/2018/2/layout/IconLabelList"/>
    <dgm:cxn modelId="{513CB3C4-28FB-4151-B959-269066A47A2D}" type="presParOf" srcId="{E1C4E44F-0CF9-444D-BD0A-AF949ADE90EB}" destId="{70FE552D-2775-41A2-878D-47BD43F29C37}" srcOrd="1" destOrd="0" presId="urn:microsoft.com/office/officeart/2018/2/layout/IconLabelList"/>
    <dgm:cxn modelId="{C509EBC0-34AC-4558-B52D-327C6D5A4BE3}" type="presParOf" srcId="{E1C4E44F-0CF9-444D-BD0A-AF949ADE90EB}" destId="{EC898DBF-1380-4F77-9077-74BF041043EB}" srcOrd="2" destOrd="0" presId="urn:microsoft.com/office/officeart/2018/2/layout/IconLabelList"/>
    <dgm:cxn modelId="{66730E1E-85E8-49B3-B9D6-A199E8882F6F}" type="presParOf" srcId="{A49B5485-2A34-44FE-AF4F-8D5EB48CE707}" destId="{6C12D525-49D1-46F1-ADFC-15EA6C6A5B13}" srcOrd="7" destOrd="0" presId="urn:microsoft.com/office/officeart/2018/2/layout/IconLabelList"/>
    <dgm:cxn modelId="{95741980-41D0-48E8-B668-27823F70CB55}" type="presParOf" srcId="{A49B5485-2A34-44FE-AF4F-8D5EB48CE707}" destId="{94F5380D-1E13-4D91-8D73-8E63E6186F3A}" srcOrd="8" destOrd="0" presId="urn:microsoft.com/office/officeart/2018/2/layout/IconLabelList"/>
    <dgm:cxn modelId="{672AF954-7FD5-46C0-BB5B-20BB75032CD3}" type="presParOf" srcId="{94F5380D-1E13-4D91-8D73-8E63E6186F3A}" destId="{433C71AF-4583-4B25-A970-C38EA5D48F1F}" srcOrd="0" destOrd="0" presId="urn:microsoft.com/office/officeart/2018/2/layout/IconLabelList"/>
    <dgm:cxn modelId="{C7DA3CEB-E61F-44F4-94C9-84A1C69842D7}" type="presParOf" srcId="{94F5380D-1E13-4D91-8D73-8E63E6186F3A}" destId="{75B329AA-6032-4979-B5DC-CAA6F7741953}" srcOrd="1" destOrd="0" presId="urn:microsoft.com/office/officeart/2018/2/layout/IconLabelList"/>
    <dgm:cxn modelId="{80DD0859-E6EA-4174-ABF4-56644DCB02C5}" type="presParOf" srcId="{94F5380D-1E13-4D91-8D73-8E63E6186F3A}" destId="{103A37A0-DE34-4E51-A935-CD7F3EE7738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B174E6-8354-45D9-BDB3-D3F4D7C82B1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7F251B9-BC11-48CD-92C1-07C2A151AD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Stakeholder viewpoints</a:t>
          </a:r>
        </a:p>
      </dgm:t>
    </dgm:pt>
    <dgm:pt modelId="{88B4B892-7401-421E-8880-713771E85394}" type="parTrans" cxnId="{97A49FE1-6F7D-4C9E-8B5D-7B5BC5DD0841}">
      <dgm:prSet/>
      <dgm:spPr/>
      <dgm:t>
        <a:bodyPr/>
        <a:lstStyle/>
        <a:p>
          <a:endParaRPr lang="en-US"/>
        </a:p>
      </dgm:t>
    </dgm:pt>
    <dgm:pt modelId="{254E7A1A-EDC3-4896-BC62-C2E0F9F18270}" type="sibTrans" cxnId="{97A49FE1-6F7D-4C9E-8B5D-7B5BC5DD0841}">
      <dgm:prSet/>
      <dgm:spPr/>
      <dgm:t>
        <a:bodyPr/>
        <a:lstStyle/>
        <a:p>
          <a:endParaRPr lang="en-US"/>
        </a:p>
      </dgm:t>
    </dgm:pt>
    <dgm:pt modelId="{474E478F-3398-44B7-AC91-6301ED113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Management: growth, revenue, risk, long term scalability</a:t>
          </a:r>
        </a:p>
      </dgm:t>
    </dgm:pt>
    <dgm:pt modelId="{8ABDE23A-25E2-48C0-8A1E-B95873761E5E}" type="parTrans" cxnId="{F916F295-C1DD-470B-9355-D848BCAB4FCE}">
      <dgm:prSet/>
      <dgm:spPr/>
      <dgm:t>
        <a:bodyPr/>
        <a:lstStyle/>
        <a:p>
          <a:endParaRPr lang="en-US"/>
        </a:p>
      </dgm:t>
    </dgm:pt>
    <dgm:pt modelId="{6A7E7F9E-A9A1-46BF-820B-3050C5AF0B4D}" type="sibTrans" cxnId="{F916F295-C1DD-470B-9355-D848BCAB4FCE}">
      <dgm:prSet/>
      <dgm:spPr/>
      <dgm:t>
        <a:bodyPr/>
        <a:lstStyle/>
        <a:p>
          <a:endParaRPr lang="en-US"/>
        </a:p>
      </dgm:t>
    </dgm:pt>
    <dgm:pt modelId="{422D2F90-1446-444D-A417-17800CBEE0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Teachers: usability, reliability, pedagogical value, clear AI feedback</a:t>
          </a:r>
        </a:p>
      </dgm:t>
    </dgm:pt>
    <dgm:pt modelId="{8337FB8D-C3A4-4E22-9FFB-16ADC47FB923}" type="parTrans" cxnId="{C201F40B-3176-43D2-AEB4-F7211E614212}">
      <dgm:prSet/>
      <dgm:spPr/>
      <dgm:t>
        <a:bodyPr/>
        <a:lstStyle/>
        <a:p>
          <a:endParaRPr lang="en-US"/>
        </a:p>
      </dgm:t>
    </dgm:pt>
    <dgm:pt modelId="{7A8F004E-287C-498C-BDEF-FAC2A1718924}" type="sibTrans" cxnId="{C201F40B-3176-43D2-AEB4-F7211E614212}">
      <dgm:prSet/>
      <dgm:spPr/>
      <dgm:t>
        <a:bodyPr/>
        <a:lstStyle/>
        <a:p>
          <a:endParaRPr lang="en-US"/>
        </a:p>
      </dgm:t>
    </dgm:pt>
    <dgm:pt modelId="{0084D419-3D58-4252-B55A-29E103BD77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DPO and regulators: GDPR, data flows, access control, explainable AI</a:t>
          </a:r>
        </a:p>
      </dgm:t>
    </dgm:pt>
    <dgm:pt modelId="{27E145D8-30D4-4FB2-913D-A2FCB072A849}" type="parTrans" cxnId="{D1A80BFD-F87E-42D7-AE57-456A69F1F036}">
      <dgm:prSet/>
      <dgm:spPr/>
      <dgm:t>
        <a:bodyPr/>
        <a:lstStyle/>
        <a:p>
          <a:endParaRPr lang="en-US"/>
        </a:p>
      </dgm:t>
    </dgm:pt>
    <dgm:pt modelId="{7947AF4B-047B-4EA6-82FD-A9D9FBAC671F}" type="sibTrans" cxnId="{D1A80BFD-F87E-42D7-AE57-456A69F1F036}">
      <dgm:prSet/>
      <dgm:spPr/>
      <dgm:t>
        <a:bodyPr/>
        <a:lstStyle/>
        <a:p>
          <a:endParaRPr lang="en-US"/>
        </a:p>
      </dgm:t>
    </dgm:pt>
    <dgm:pt modelId="{5B68F28F-3351-422D-8C97-8DD52C338DA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Conclusion</a:t>
          </a:r>
        </a:p>
      </dgm:t>
    </dgm:pt>
    <dgm:pt modelId="{8036EE64-32CE-4D3A-A6B7-E572950A26B3}" type="parTrans" cxnId="{BBE15F8E-6534-462A-849D-1342E5B28F98}">
      <dgm:prSet/>
      <dgm:spPr/>
      <dgm:t>
        <a:bodyPr/>
        <a:lstStyle/>
        <a:p>
          <a:endParaRPr lang="en-US"/>
        </a:p>
      </dgm:t>
    </dgm:pt>
    <dgm:pt modelId="{35071D3E-B4B6-4B0E-AB2F-6A13217EFCAC}" type="sibTrans" cxnId="{BBE15F8E-6534-462A-849D-1342E5B28F98}">
      <dgm:prSet/>
      <dgm:spPr/>
      <dgm:t>
        <a:bodyPr/>
        <a:lstStyle/>
        <a:p>
          <a:endParaRPr lang="en-US"/>
        </a:p>
      </dgm:t>
    </dgm:pt>
    <dgm:pt modelId="{3A49061F-0911-45B4-B3EF-29CFB1F75A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Balanced Scorecard links strategy to concrete goals</a:t>
          </a:r>
        </a:p>
      </dgm:t>
    </dgm:pt>
    <dgm:pt modelId="{33838D02-E0A0-46EF-9C08-0C5D18CEB8B0}" type="parTrans" cxnId="{B441D288-2784-4560-AF1E-AB420F78EF11}">
      <dgm:prSet/>
      <dgm:spPr/>
      <dgm:t>
        <a:bodyPr/>
        <a:lstStyle/>
        <a:p>
          <a:endParaRPr lang="en-US"/>
        </a:p>
      </dgm:t>
    </dgm:pt>
    <dgm:pt modelId="{6BCA7AD8-F0A8-4AD3-8C58-75F1C8A79AD9}" type="sibTrans" cxnId="{B441D288-2784-4560-AF1E-AB420F78EF11}">
      <dgm:prSet/>
      <dgm:spPr/>
      <dgm:t>
        <a:bodyPr/>
        <a:lstStyle/>
        <a:p>
          <a:endParaRPr lang="en-US"/>
        </a:p>
      </dgm:t>
    </dgm:pt>
    <dgm:pt modelId="{1C432376-92C9-4F7F-B429-106A9CC59B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 Model Canvas shows how NLS creates and captures value</a:t>
          </a:r>
        </a:p>
      </dgm:t>
    </dgm:pt>
    <dgm:pt modelId="{4EB7FE7A-4F13-46CB-981E-051F34169A8A}" type="parTrans" cxnId="{934A6BE0-AE36-4501-B0AB-4EDF174146D1}">
      <dgm:prSet/>
      <dgm:spPr/>
      <dgm:t>
        <a:bodyPr/>
        <a:lstStyle/>
        <a:p>
          <a:endParaRPr lang="en-US"/>
        </a:p>
      </dgm:t>
    </dgm:pt>
    <dgm:pt modelId="{D68CEF56-7C8C-4867-97DA-3C8328BE0AC9}" type="sibTrans" cxnId="{934A6BE0-AE36-4501-B0AB-4EDF174146D1}">
      <dgm:prSet/>
      <dgm:spPr/>
      <dgm:t>
        <a:bodyPr/>
        <a:lstStyle/>
        <a:p>
          <a:endParaRPr lang="en-US"/>
        </a:p>
      </dgm:t>
    </dgm:pt>
    <dgm:pt modelId="{5DDDE1C1-2907-441D-B101-7644A7431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BPMN clarifies key processes like onboarding and course creation</a:t>
          </a:r>
        </a:p>
      </dgm:t>
    </dgm:pt>
    <dgm:pt modelId="{44078BAA-FDDC-4F0E-9E89-2AD3A78DEF04}" type="parTrans" cxnId="{AA141BCE-1A15-4FC9-8E7B-CDC577DA5154}">
      <dgm:prSet/>
      <dgm:spPr/>
      <dgm:t>
        <a:bodyPr/>
        <a:lstStyle/>
        <a:p>
          <a:endParaRPr lang="en-US"/>
        </a:p>
      </dgm:t>
    </dgm:pt>
    <dgm:pt modelId="{018BD7AE-B963-49C8-B819-E97A4F119316}" type="sibTrans" cxnId="{AA141BCE-1A15-4FC9-8E7B-CDC577DA5154}">
      <dgm:prSet/>
      <dgm:spPr/>
      <dgm:t>
        <a:bodyPr/>
        <a:lstStyle/>
        <a:p>
          <a:endParaRPr lang="en-US"/>
        </a:p>
      </dgm:t>
    </dgm:pt>
    <dgm:pt modelId="{448193F4-71D3-48C2-8FD1-8B4CD227B2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Together they align business strategy, IT architecture and stakeholder needs</a:t>
          </a:r>
        </a:p>
      </dgm:t>
    </dgm:pt>
    <dgm:pt modelId="{4AAC19AF-8A1F-420E-BE43-D38FA917EFA4}" type="parTrans" cxnId="{6F30F64F-9C07-4F12-983C-1C608E3B2CBA}">
      <dgm:prSet/>
      <dgm:spPr/>
      <dgm:t>
        <a:bodyPr/>
        <a:lstStyle/>
        <a:p>
          <a:endParaRPr lang="en-US"/>
        </a:p>
      </dgm:t>
    </dgm:pt>
    <dgm:pt modelId="{4B502830-420F-4AE6-8904-9C803C9301C3}" type="sibTrans" cxnId="{6F30F64F-9C07-4F12-983C-1C608E3B2CBA}">
      <dgm:prSet/>
      <dgm:spPr/>
      <dgm:t>
        <a:bodyPr/>
        <a:lstStyle/>
        <a:p>
          <a:endParaRPr lang="en-US"/>
        </a:p>
      </dgm:t>
    </dgm:pt>
    <dgm:pt modelId="{16DF0588-F4B3-4C1D-881A-C354773ED9FE}" type="pres">
      <dgm:prSet presAssocID="{19B174E6-8354-45D9-BDB3-D3F4D7C82B15}" presName="root" presStyleCnt="0">
        <dgm:presLayoutVars>
          <dgm:dir/>
          <dgm:resizeHandles val="exact"/>
        </dgm:presLayoutVars>
      </dgm:prSet>
      <dgm:spPr/>
    </dgm:pt>
    <dgm:pt modelId="{D1766BD9-963F-4440-AACE-9E93B9F9C9D0}" type="pres">
      <dgm:prSet presAssocID="{A7F251B9-BC11-48CD-92C1-07C2A151AD2A}" presName="compNode" presStyleCnt="0"/>
      <dgm:spPr/>
    </dgm:pt>
    <dgm:pt modelId="{927BADE2-1E8B-44D3-A657-7EA05DACAA87}" type="pres">
      <dgm:prSet presAssocID="{A7F251B9-BC11-48CD-92C1-07C2A151AD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1836133-214B-4821-B5BA-20B9A39CF15E}" type="pres">
      <dgm:prSet presAssocID="{A7F251B9-BC11-48CD-92C1-07C2A151AD2A}" presName="iconSpace" presStyleCnt="0"/>
      <dgm:spPr/>
    </dgm:pt>
    <dgm:pt modelId="{D3F04CEE-AB4C-405C-9F40-C7B292886BB5}" type="pres">
      <dgm:prSet presAssocID="{A7F251B9-BC11-48CD-92C1-07C2A151AD2A}" presName="parTx" presStyleLbl="revTx" presStyleIdx="0" presStyleCnt="4">
        <dgm:presLayoutVars>
          <dgm:chMax val="0"/>
          <dgm:chPref val="0"/>
        </dgm:presLayoutVars>
      </dgm:prSet>
      <dgm:spPr/>
    </dgm:pt>
    <dgm:pt modelId="{F9A577C5-3781-43C8-8B22-B814461162E7}" type="pres">
      <dgm:prSet presAssocID="{A7F251B9-BC11-48CD-92C1-07C2A151AD2A}" presName="txSpace" presStyleCnt="0"/>
      <dgm:spPr/>
    </dgm:pt>
    <dgm:pt modelId="{7D70699A-818E-4F90-8835-F8168FEF5F3A}" type="pres">
      <dgm:prSet presAssocID="{A7F251B9-BC11-48CD-92C1-07C2A151AD2A}" presName="desTx" presStyleLbl="revTx" presStyleIdx="1" presStyleCnt="4">
        <dgm:presLayoutVars/>
      </dgm:prSet>
      <dgm:spPr/>
    </dgm:pt>
    <dgm:pt modelId="{3F5E14E3-C7F8-4BAA-9881-0EBC9114831D}" type="pres">
      <dgm:prSet presAssocID="{254E7A1A-EDC3-4896-BC62-C2E0F9F18270}" presName="sibTrans" presStyleCnt="0"/>
      <dgm:spPr/>
    </dgm:pt>
    <dgm:pt modelId="{F689CD4B-4569-4DDC-9BE3-9DFF5EE71E4C}" type="pres">
      <dgm:prSet presAssocID="{5B68F28F-3351-422D-8C97-8DD52C338DAC}" presName="compNode" presStyleCnt="0"/>
      <dgm:spPr/>
    </dgm:pt>
    <dgm:pt modelId="{D5BDCD0C-9EA8-4C4A-908D-5B8EA8F5746F}" type="pres">
      <dgm:prSet presAssocID="{5B68F28F-3351-422D-8C97-8DD52C338DA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A3981BF-0776-426A-AF63-8129F33BDBCE}" type="pres">
      <dgm:prSet presAssocID="{5B68F28F-3351-422D-8C97-8DD52C338DAC}" presName="iconSpace" presStyleCnt="0"/>
      <dgm:spPr/>
    </dgm:pt>
    <dgm:pt modelId="{B3ED1829-6529-4533-B7EE-96761380E2BD}" type="pres">
      <dgm:prSet presAssocID="{5B68F28F-3351-422D-8C97-8DD52C338DAC}" presName="parTx" presStyleLbl="revTx" presStyleIdx="2" presStyleCnt="4">
        <dgm:presLayoutVars>
          <dgm:chMax val="0"/>
          <dgm:chPref val="0"/>
        </dgm:presLayoutVars>
      </dgm:prSet>
      <dgm:spPr/>
    </dgm:pt>
    <dgm:pt modelId="{23941368-A6C0-42FD-97AF-67556FD40B06}" type="pres">
      <dgm:prSet presAssocID="{5B68F28F-3351-422D-8C97-8DD52C338DAC}" presName="txSpace" presStyleCnt="0"/>
      <dgm:spPr/>
    </dgm:pt>
    <dgm:pt modelId="{9A805C62-CDAF-4F5D-973D-44D1F334125F}" type="pres">
      <dgm:prSet presAssocID="{5B68F28F-3351-422D-8C97-8DD52C338DAC}" presName="desTx" presStyleLbl="revTx" presStyleIdx="3" presStyleCnt="4">
        <dgm:presLayoutVars/>
      </dgm:prSet>
      <dgm:spPr/>
    </dgm:pt>
  </dgm:ptLst>
  <dgm:cxnLst>
    <dgm:cxn modelId="{F6D2E308-422F-4377-BF5D-79619958B8A2}" type="presOf" srcId="{474E478F-3398-44B7-AC91-6301ED1139D8}" destId="{7D70699A-818E-4F90-8835-F8168FEF5F3A}" srcOrd="0" destOrd="0" presId="urn:microsoft.com/office/officeart/2018/2/layout/IconLabelDescriptionList"/>
    <dgm:cxn modelId="{0EDB2B0A-CE97-42F1-94A2-880FDBE0CDB3}" type="presOf" srcId="{19B174E6-8354-45D9-BDB3-D3F4D7C82B15}" destId="{16DF0588-F4B3-4C1D-881A-C354773ED9FE}" srcOrd="0" destOrd="0" presId="urn:microsoft.com/office/officeart/2018/2/layout/IconLabelDescriptionList"/>
    <dgm:cxn modelId="{E03F7F0A-0B7A-4545-8A96-06FDE67B2244}" type="presOf" srcId="{422D2F90-1446-444D-A417-17800CBEE07B}" destId="{7D70699A-818E-4F90-8835-F8168FEF5F3A}" srcOrd="0" destOrd="1" presId="urn:microsoft.com/office/officeart/2018/2/layout/IconLabelDescriptionList"/>
    <dgm:cxn modelId="{3203C00A-1D56-4EAF-A154-4221519E753A}" type="presOf" srcId="{5B68F28F-3351-422D-8C97-8DD52C338DAC}" destId="{B3ED1829-6529-4533-B7EE-96761380E2BD}" srcOrd="0" destOrd="0" presId="urn:microsoft.com/office/officeart/2018/2/layout/IconLabelDescriptionList"/>
    <dgm:cxn modelId="{C201F40B-3176-43D2-AEB4-F7211E614212}" srcId="{A7F251B9-BC11-48CD-92C1-07C2A151AD2A}" destId="{422D2F90-1446-444D-A417-17800CBEE07B}" srcOrd="1" destOrd="0" parTransId="{8337FB8D-C3A4-4E22-9FFB-16ADC47FB923}" sibTransId="{7A8F004E-287C-498C-BDEF-FAC2A1718924}"/>
    <dgm:cxn modelId="{168F910D-DCC5-4513-A27A-6709DBA8D140}" type="presOf" srcId="{448193F4-71D3-48C2-8FD1-8B4CD227B24C}" destId="{9A805C62-CDAF-4F5D-973D-44D1F334125F}" srcOrd="0" destOrd="3" presId="urn:microsoft.com/office/officeart/2018/2/layout/IconLabelDescriptionList"/>
    <dgm:cxn modelId="{91E4B70F-C4C0-446A-A9B4-F1DB86F4F3B0}" type="presOf" srcId="{A7F251B9-BC11-48CD-92C1-07C2A151AD2A}" destId="{D3F04CEE-AB4C-405C-9F40-C7B292886BB5}" srcOrd="0" destOrd="0" presId="urn:microsoft.com/office/officeart/2018/2/layout/IconLabelDescriptionList"/>
    <dgm:cxn modelId="{101ADD4A-29CB-40E7-9905-FAD3770FB293}" type="presOf" srcId="{3A49061F-0911-45B4-B3EF-29CFB1F75A32}" destId="{9A805C62-CDAF-4F5D-973D-44D1F334125F}" srcOrd="0" destOrd="0" presId="urn:microsoft.com/office/officeart/2018/2/layout/IconLabelDescriptionList"/>
    <dgm:cxn modelId="{6F30F64F-9C07-4F12-983C-1C608E3B2CBA}" srcId="{5B68F28F-3351-422D-8C97-8DD52C338DAC}" destId="{448193F4-71D3-48C2-8FD1-8B4CD227B24C}" srcOrd="3" destOrd="0" parTransId="{4AAC19AF-8A1F-420E-BE43-D38FA917EFA4}" sibTransId="{4B502830-420F-4AE6-8904-9C803C9301C3}"/>
    <dgm:cxn modelId="{B441D288-2784-4560-AF1E-AB420F78EF11}" srcId="{5B68F28F-3351-422D-8C97-8DD52C338DAC}" destId="{3A49061F-0911-45B4-B3EF-29CFB1F75A32}" srcOrd="0" destOrd="0" parTransId="{33838D02-E0A0-46EF-9C08-0C5D18CEB8B0}" sibTransId="{6BCA7AD8-F0A8-4AD3-8C58-75F1C8A79AD9}"/>
    <dgm:cxn modelId="{BBE15F8E-6534-462A-849D-1342E5B28F98}" srcId="{19B174E6-8354-45D9-BDB3-D3F4D7C82B15}" destId="{5B68F28F-3351-422D-8C97-8DD52C338DAC}" srcOrd="1" destOrd="0" parTransId="{8036EE64-32CE-4D3A-A6B7-E572950A26B3}" sibTransId="{35071D3E-B4B6-4B0E-AB2F-6A13217EFCAC}"/>
    <dgm:cxn modelId="{F916F295-C1DD-470B-9355-D848BCAB4FCE}" srcId="{A7F251B9-BC11-48CD-92C1-07C2A151AD2A}" destId="{474E478F-3398-44B7-AC91-6301ED1139D8}" srcOrd="0" destOrd="0" parTransId="{8ABDE23A-25E2-48C0-8A1E-B95873761E5E}" sibTransId="{6A7E7F9E-A9A1-46BF-820B-3050C5AF0B4D}"/>
    <dgm:cxn modelId="{019BDE9E-2C66-4B4C-BC04-056147AA7C0E}" type="presOf" srcId="{0084D419-3D58-4252-B55A-29E103BD7714}" destId="{7D70699A-818E-4F90-8835-F8168FEF5F3A}" srcOrd="0" destOrd="2" presId="urn:microsoft.com/office/officeart/2018/2/layout/IconLabelDescriptionList"/>
    <dgm:cxn modelId="{AA141BCE-1A15-4FC9-8E7B-CDC577DA5154}" srcId="{5B68F28F-3351-422D-8C97-8DD52C338DAC}" destId="{5DDDE1C1-2907-441D-B101-7644A743198F}" srcOrd="2" destOrd="0" parTransId="{44078BAA-FDDC-4F0E-9E89-2AD3A78DEF04}" sibTransId="{018BD7AE-B963-49C8-B819-E97A4F119316}"/>
    <dgm:cxn modelId="{934A6BE0-AE36-4501-B0AB-4EDF174146D1}" srcId="{5B68F28F-3351-422D-8C97-8DD52C338DAC}" destId="{1C432376-92C9-4F7F-B429-106A9CC59B45}" srcOrd="1" destOrd="0" parTransId="{4EB7FE7A-4F13-46CB-981E-051F34169A8A}" sibTransId="{D68CEF56-7C8C-4867-97DA-3C8328BE0AC9}"/>
    <dgm:cxn modelId="{97A49FE1-6F7D-4C9E-8B5D-7B5BC5DD0841}" srcId="{19B174E6-8354-45D9-BDB3-D3F4D7C82B15}" destId="{A7F251B9-BC11-48CD-92C1-07C2A151AD2A}" srcOrd="0" destOrd="0" parTransId="{88B4B892-7401-421E-8880-713771E85394}" sibTransId="{254E7A1A-EDC3-4896-BC62-C2E0F9F18270}"/>
    <dgm:cxn modelId="{98E8F1E3-D74F-4532-89CF-C6AC2E36D86B}" type="presOf" srcId="{5DDDE1C1-2907-441D-B101-7644A743198F}" destId="{9A805C62-CDAF-4F5D-973D-44D1F334125F}" srcOrd="0" destOrd="2" presId="urn:microsoft.com/office/officeart/2018/2/layout/IconLabelDescriptionList"/>
    <dgm:cxn modelId="{D63BC2FA-DCFA-4A63-9DD8-F49676342D4B}" type="presOf" srcId="{1C432376-92C9-4F7F-B429-106A9CC59B45}" destId="{9A805C62-CDAF-4F5D-973D-44D1F334125F}" srcOrd="0" destOrd="1" presId="urn:microsoft.com/office/officeart/2018/2/layout/IconLabelDescriptionList"/>
    <dgm:cxn modelId="{D1A80BFD-F87E-42D7-AE57-456A69F1F036}" srcId="{A7F251B9-BC11-48CD-92C1-07C2A151AD2A}" destId="{0084D419-3D58-4252-B55A-29E103BD7714}" srcOrd="2" destOrd="0" parTransId="{27E145D8-30D4-4FB2-913D-A2FCB072A849}" sibTransId="{7947AF4B-047B-4EA6-82FD-A9D9FBAC671F}"/>
    <dgm:cxn modelId="{8BA09654-C740-489C-87B8-F9E6376891D6}" type="presParOf" srcId="{16DF0588-F4B3-4C1D-881A-C354773ED9FE}" destId="{D1766BD9-963F-4440-AACE-9E93B9F9C9D0}" srcOrd="0" destOrd="0" presId="urn:microsoft.com/office/officeart/2018/2/layout/IconLabelDescriptionList"/>
    <dgm:cxn modelId="{F483B6FF-8916-4F39-A43B-41FDB3B06FA6}" type="presParOf" srcId="{D1766BD9-963F-4440-AACE-9E93B9F9C9D0}" destId="{927BADE2-1E8B-44D3-A657-7EA05DACAA87}" srcOrd="0" destOrd="0" presId="urn:microsoft.com/office/officeart/2018/2/layout/IconLabelDescriptionList"/>
    <dgm:cxn modelId="{383C4701-B53A-4BC2-AB1B-B4823B78700F}" type="presParOf" srcId="{D1766BD9-963F-4440-AACE-9E93B9F9C9D0}" destId="{51836133-214B-4821-B5BA-20B9A39CF15E}" srcOrd="1" destOrd="0" presId="urn:microsoft.com/office/officeart/2018/2/layout/IconLabelDescriptionList"/>
    <dgm:cxn modelId="{56EBDA88-23F0-4B4B-9DF4-CF8861D6FCD1}" type="presParOf" srcId="{D1766BD9-963F-4440-AACE-9E93B9F9C9D0}" destId="{D3F04CEE-AB4C-405C-9F40-C7B292886BB5}" srcOrd="2" destOrd="0" presId="urn:microsoft.com/office/officeart/2018/2/layout/IconLabelDescriptionList"/>
    <dgm:cxn modelId="{B1C85A85-2431-4DE3-AD28-842E40B35685}" type="presParOf" srcId="{D1766BD9-963F-4440-AACE-9E93B9F9C9D0}" destId="{F9A577C5-3781-43C8-8B22-B814461162E7}" srcOrd="3" destOrd="0" presId="urn:microsoft.com/office/officeart/2018/2/layout/IconLabelDescriptionList"/>
    <dgm:cxn modelId="{6C3EEDF5-880F-4193-8AEF-D4656D5929A3}" type="presParOf" srcId="{D1766BD9-963F-4440-AACE-9E93B9F9C9D0}" destId="{7D70699A-818E-4F90-8835-F8168FEF5F3A}" srcOrd="4" destOrd="0" presId="urn:microsoft.com/office/officeart/2018/2/layout/IconLabelDescriptionList"/>
    <dgm:cxn modelId="{3D30403A-6015-4415-A808-8433660EB999}" type="presParOf" srcId="{16DF0588-F4B3-4C1D-881A-C354773ED9FE}" destId="{3F5E14E3-C7F8-4BAA-9881-0EBC9114831D}" srcOrd="1" destOrd="0" presId="urn:microsoft.com/office/officeart/2018/2/layout/IconLabelDescriptionList"/>
    <dgm:cxn modelId="{BF9E615B-7C7A-4487-943F-5E5C220215CC}" type="presParOf" srcId="{16DF0588-F4B3-4C1D-881A-C354773ED9FE}" destId="{F689CD4B-4569-4DDC-9BE3-9DFF5EE71E4C}" srcOrd="2" destOrd="0" presId="urn:microsoft.com/office/officeart/2018/2/layout/IconLabelDescriptionList"/>
    <dgm:cxn modelId="{7C1C32D5-63C4-45D1-893C-6D68C1E28F7C}" type="presParOf" srcId="{F689CD4B-4569-4DDC-9BE3-9DFF5EE71E4C}" destId="{D5BDCD0C-9EA8-4C4A-908D-5B8EA8F5746F}" srcOrd="0" destOrd="0" presId="urn:microsoft.com/office/officeart/2018/2/layout/IconLabelDescriptionList"/>
    <dgm:cxn modelId="{E8669BD2-DCAC-4C44-85AB-3E2D48953CA2}" type="presParOf" srcId="{F689CD4B-4569-4DDC-9BE3-9DFF5EE71E4C}" destId="{CA3981BF-0776-426A-AF63-8129F33BDBCE}" srcOrd="1" destOrd="0" presId="urn:microsoft.com/office/officeart/2018/2/layout/IconLabelDescriptionList"/>
    <dgm:cxn modelId="{94C943F7-0667-457F-94DE-0081492B1C7A}" type="presParOf" srcId="{F689CD4B-4569-4DDC-9BE3-9DFF5EE71E4C}" destId="{B3ED1829-6529-4533-B7EE-96761380E2BD}" srcOrd="2" destOrd="0" presId="urn:microsoft.com/office/officeart/2018/2/layout/IconLabelDescriptionList"/>
    <dgm:cxn modelId="{CDC41F8A-02F3-4FC9-9797-D669E9661833}" type="presParOf" srcId="{F689CD4B-4569-4DDC-9BE3-9DFF5EE71E4C}" destId="{23941368-A6C0-42FD-97AF-67556FD40B06}" srcOrd="3" destOrd="0" presId="urn:microsoft.com/office/officeart/2018/2/layout/IconLabelDescriptionList"/>
    <dgm:cxn modelId="{DADE7E26-C986-4129-9454-5A176C475210}" type="presParOf" srcId="{F689CD4B-4569-4DDC-9BE3-9DFF5EE71E4C}" destId="{9A805C62-CDAF-4F5D-973D-44D1F334125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D0A9F-FDE2-4C71-8797-9A21167B6FF0}">
      <dsp:nvSpPr>
        <dsp:cNvPr id="0" name=""/>
        <dsp:cNvSpPr/>
      </dsp:nvSpPr>
      <dsp:spPr>
        <a:xfrm>
          <a:off x="0" y="35778"/>
          <a:ext cx="107537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NLS provides an AI supported learning platform</a:t>
          </a:r>
        </a:p>
      </dsp:txBody>
      <dsp:txXfrm>
        <a:off x="32784" y="68562"/>
        <a:ext cx="10688157" cy="606012"/>
      </dsp:txXfrm>
    </dsp:sp>
    <dsp:sp modelId="{C6EBB1A5-9D53-4E31-BEA0-891054D4BF55}">
      <dsp:nvSpPr>
        <dsp:cNvPr id="0" name=""/>
        <dsp:cNvSpPr/>
      </dsp:nvSpPr>
      <dsp:spPr>
        <a:xfrm>
          <a:off x="0" y="707358"/>
          <a:ext cx="10753725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43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For school, universities and corporate training</a:t>
          </a:r>
        </a:p>
      </dsp:txBody>
      <dsp:txXfrm>
        <a:off x="0" y="707358"/>
        <a:ext cx="10753725" cy="463680"/>
      </dsp:txXfrm>
    </dsp:sp>
    <dsp:sp modelId="{6F6EAE46-0206-40FE-A19F-2207676BBE0D}">
      <dsp:nvSpPr>
        <dsp:cNvPr id="0" name=""/>
        <dsp:cNvSpPr/>
      </dsp:nvSpPr>
      <dsp:spPr>
        <a:xfrm>
          <a:off x="0" y="1171038"/>
          <a:ext cx="107537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Main objectives </a:t>
          </a:r>
        </a:p>
      </dsp:txBody>
      <dsp:txXfrm>
        <a:off x="32784" y="1203822"/>
        <a:ext cx="10688157" cy="606012"/>
      </dsp:txXfrm>
    </dsp:sp>
    <dsp:sp modelId="{99419D16-3E4C-4180-B898-9A4F2924FC0F}">
      <dsp:nvSpPr>
        <dsp:cNvPr id="0" name=""/>
        <dsp:cNvSpPr/>
      </dsp:nvSpPr>
      <dsp:spPr>
        <a:xfrm>
          <a:off x="0" y="1842618"/>
          <a:ext cx="10753725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43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Improve learning outcomes for students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Increase revenue by expending into corporate customers</a:t>
          </a:r>
        </a:p>
      </dsp:txBody>
      <dsp:txXfrm>
        <a:off x="0" y="1842618"/>
        <a:ext cx="10753725" cy="753480"/>
      </dsp:txXfrm>
    </dsp:sp>
    <dsp:sp modelId="{75BBA089-0736-4233-95E6-FECEDE7DCD07}">
      <dsp:nvSpPr>
        <dsp:cNvPr id="0" name=""/>
        <dsp:cNvSpPr/>
      </dsp:nvSpPr>
      <dsp:spPr>
        <a:xfrm>
          <a:off x="0" y="2596098"/>
          <a:ext cx="107537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Strategic focus</a:t>
          </a:r>
        </a:p>
      </dsp:txBody>
      <dsp:txXfrm>
        <a:off x="32784" y="2628882"/>
        <a:ext cx="10688157" cy="606012"/>
      </dsp:txXfrm>
    </dsp:sp>
    <dsp:sp modelId="{ED7A4ECC-9848-4F4F-94CD-C9720021EC43}">
      <dsp:nvSpPr>
        <dsp:cNvPr id="0" name=""/>
        <dsp:cNvSpPr/>
      </dsp:nvSpPr>
      <dsp:spPr>
        <a:xfrm>
          <a:off x="0" y="3267678"/>
          <a:ext cx="10753725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43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Personalised learning, scalable cloud platform, data driven decisions</a:t>
          </a:r>
        </a:p>
      </dsp:txBody>
      <dsp:txXfrm>
        <a:off x="0" y="3267678"/>
        <a:ext cx="10753725" cy="463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56810-8503-4794-A768-E41A58DD2DBE}">
      <dsp:nvSpPr>
        <dsp:cNvPr id="0" name=""/>
        <dsp:cNvSpPr/>
      </dsp:nvSpPr>
      <dsp:spPr>
        <a:xfrm>
          <a:off x="0" y="1318497"/>
          <a:ext cx="10753725" cy="11301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4764F-32D5-425B-8BF9-059DA0BC040A}">
      <dsp:nvSpPr>
        <dsp:cNvPr id="0" name=""/>
        <dsp:cNvSpPr/>
      </dsp:nvSpPr>
      <dsp:spPr>
        <a:xfrm>
          <a:off x="341867" y="1572779"/>
          <a:ext cx="621577" cy="6215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6A5F6-7027-43DB-850E-EBBFE752FD52}">
      <dsp:nvSpPr>
        <dsp:cNvPr id="0" name=""/>
        <dsp:cNvSpPr/>
      </dsp:nvSpPr>
      <dsp:spPr>
        <a:xfrm>
          <a:off x="1305312" y="1318497"/>
          <a:ext cx="4839176" cy="113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07" tIns="119607" rIns="119607" bIns="1196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stakeholders</a:t>
          </a:r>
        </a:p>
      </dsp:txBody>
      <dsp:txXfrm>
        <a:off x="1305312" y="1318497"/>
        <a:ext cx="4839176" cy="1130141"/>
      </dsp:txXfrm>
    </dsp:sp>
    <dsp:sp modelId="{0FFF7593-5C92-4C54-9CAB-D286F5E60C37}">
      <dsp:nvSpPr>
        <dsp:cNvPr id="0" name=""/>
        <dsp:cNvSpPr/>
      </dsp:nvSpPr>
      <dsp:spPr>
        <a:xfrm>
          <a:off x="6144489" y="1318497"/>
          <a:ext cx="4609235" cy="113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07" tIns="119607" rIns="119607" bIns="11960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 Light" panose="020F0302020204030204"/>
            </a:rPr>
            <a:t> Students</a:t>
          </a:r>
          <a:r>
            <a:rPr lang="en-US" sz="1500" kern="1200"/>
            <a:t>, </a:t>
          </a:r>
          <a:r>
            <a:rPr lang="en-US" sz="1500" kern="1200">
              <a:latin typeface="Calibri Light" panose="020F0302020204030204"/>
            </a:rPr>
            <a:t>teachers</a:t>
          </a:r>
          <a:r>
            <a:rPr lang="en-US" sz="1500" kern="1200"/>
            <a:t>, administrators </a:t>
          </a:r>
          <a:endParaRPr lang="sv-SE" sz="1500" kern="1200">
            <a:latin typeface="Calibri Light" panose="020F0302020204030204"/>
          </a:endParaRP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Management, developers, IT architects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&amp; Analytics team, Customer support, DPO</a:t>
          </a:r>
        </a:p>
      </dsp:txBody>
      <dsp:txXfrm>
        <a:off x="6144489" y="1318497"/>
        <a:ext cx="4609235" cy="11301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9DE41-2EA7-4C2F-A241-E7913B0AB877}">
      <dsp:nvSpPr>
        <dsp:cNvPr id="0" name=""/>
        <dsp:cNvSpPr/>
      </dsp:nvSpPr>
      <dsp:spPr>
        <a:xfrm>
          <a:off x="741862" y="89954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DB095-22C2-4F6C-97EB-E84066A6CFB6}">
      <dsp:nvSpPr>
        <dsp:cNvPr id="0" name=""/>
        <dsp:cNvSpPr/>
      </dsp:nvSpPr>
      <dsp:spPr>
        <a:xfrm>
          <a:off x="246862" y="197969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u="sng" kern="1200"/>
            <a:t>Market Forces &amp; External Drivers</a:t>
          </a:r>
          <a:endParaRPr lang="en-US" sz="1500" kern="1200"/>
        </a:p>
      </dsp:txBody>
      <dsp:txXfrm>
        <a:off x="246862" y="1979693"/>
        <a:ext cx="1800000" cy="720000"/>
      </dsp:txXfrm>
    </dsp:sp>
    <dsp:sp modelId="{24582B52-8059-4A01-AEC8-F3B8FF605B94}">
      <dsp:nvSpPr>
        <dsp:cNvPr id="0" name=""/>
        <dsp:cNvSpPr/>
      </dsp:nvSpPr>
      <dsp:spPr>
        <a:xfrm>
          <a:off x="2856862" y="89954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77B42-FD7D-4602-9E91-0D7D8B63ECD9}">
      <dsp:nvSpPr>
        <dsp:cNvPr id="0" name=""/>
        <dsp:cNvSpPr/>
      </dsp:nvSpPr>
      <dsp:spPr>
        <a:xfrm>
          <a:off x="2361862" y="197969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Digitalisation: Expectation of modern e-learning.</a:t>
          </a:r>
        </a:p>
      </dsp:txBody>
      <dsp:txXfrm>
        <a:off x="2361862" y="1979693"/>
        <a:ext cx="1800000" cy="720000"/>
      </dsp:txXfrm>
    </dsp:sp>
    <dsp:sp modelId="{72175148-1F43-43A5-B77D-DDCEB789EEB9}">
      <dsp:nvSpPr>
        <dsp:cNvPr id="0" name=""/>
        <dsp:cNvSpPr/>
      </dsp:nvSpPr>
      <dsp:spPr>
        <a:xfrm>
          <a:off x="4971862" y="89954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E62F1-67E6-4AE2-96C1-2123F20816E2}">
      <dsp:nvSpPr>
        <dsp:cNvPr id="0" name=""/>
        <dsp:cNvSpPr/>
      </dsp:nvSpPr>
      <dsp:spPr>
        <a:xfrm>
          <a:off x="4476862" y="197969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Competition: Global EdTech giants pushing UX standards.</a:t>
          </a:r>
        </a:p>
      </dsp:txBody>
      <dsp:txXfrm>
        <a:off x="4476862" y="1979693"/>
        <a:ext cx="1800000" cy="720000"/>
      </dsp:txXfrm>
    </dsp:sp>
    <dsp:sp modelId="{93F87D24-FF09-4252-9417-B957CBC9B526}">
      <dsp:nvSpPr>
        <dsp:cNvPr id="0" name=""/>
        <dsp:cNvSpPr/>
      </dsp:nvSpPr>
      <dsp:spPr>
        <a:xfrm>
          <a:off x="7086862" y="89954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98DBF-1380-4F77-9077-74BF041043EB}">
      <dsp:nvSpPr>
        <dsp:cNvPr id="0" name=""/>
        <dsp:cNvSpPr/>
      </dsp:nvSpPr>
      <dsp:spPr>
        <a:xfrm>
          <a:off x="6591862" y="197969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️ Regulation: GDPR &amp; National Education Acts.</a:t>
          </a:r>
        </a:p>
      </dsp:txBody>
      <dsp:txXfrm>
        <a:off x="6591862" y="1979693"/>
        <a:ext cx="1800000" cy="720000"/>
      </dsp:txXfrm>
    </dsp:sp>
    <dsp:sp modelId="{433C71AF-4583-4B25-A970-C38EA5D48F1F}">
      <dsp:nvSpPr>
        <dsp:cNvPr id="0" name=""/>
        <dsp:cNvSpPr/>
      </dsp:nvSpPr>
      <dsp:spPr>
        <a:xfrm>
          <a:off x="9201862" y="89954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A37A0-DE34-4E51-A935-CD7F3EE77386}">
      <dsp:nvSpPr>
        <dsp:cNvPr id="0" name=""/>
        <dsp:cNvSpPr/>
      </dsp:nvSpPr>
      <dsp:spPr>
        <a:xfrm>
          <a:off x="8706862" y="197969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Integration Needs: Seamless SSO &amp; LMS connections.</a:t>
          </a:r>
        </a:p>
      </dsp:txBody>
      <dsp:txXfrm>
        <a:off x="8706862" y="1979693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BADE2-1E8B-44D3-A657-7EA05DACAA87}">
      <dsp:nvSpPr>
        <dsp:cNvPr id="0" name=""/>
        <dsp:cNvSpPr/>
      </dsp:nvSpPr>
      <dsp:spPr>
        <a:xfrm>
          <a:off x="688033" y="0"/>
          <a:ext cx="1509048" cy="13042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04CEE-AB4C-405C-9F40-C7B292886BB5}">
      <dsp:nvSpPr>
        <dsp:cNvPr id="0" name=""/>
        <dsp:cNvSpPr/>
      </dsp:nvSpPr>
      <dsp:spPr>
        <a:xfrm>
          <a:off x="688033" y="1437846"/>
          <a:ext cx="4311566" cy="558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Stakeholder viewpoints</a:t>
          </a:r>
        </a:p>
      </dsp:txBody>
      <dsp:txXfrm>
        <a:off x="688033" y="1437846"/>
        <a:ext cx="4311566" cy="558950"/>
      </dsp:txXfrm>
    </dsp:sp>
    <dsp:sp modelId="{7D70699A-818E-4F90-8835-F8168FEF5F3A}">
      <dsp:nvSpPr>
        <dsp:cNvPr id="0" name=""/>
        <dsp:cNvSpPr/>
      </dsp:nvSpPr>
      <dsp:spPr>
        <a:xfrm>
          <a:off x="688033" y="2058950"/>
          <a:ext cx="4311566" cy="1540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Management: growth, revenue, risk, long term scalability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Teachers: usability, reliability, pedagogical value, clear AI feedback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DPO and regulators: GDPR, data flows, access control, explainable AI</a:t>
          </a:r>
        </a:p>
      </dsp:txBody>
      <dsp:txXfrm>
        <a:off x="688033" y="2058950"/>
        <a:ext cx="4311566" cy="1540283"/>
      </dsp:txXfrm>
    </dsp:sp>
    <dsp:sp modelId="{D5BDCD0C-9EA8-4C4A-908D-5B8EA8F5746F}">
      <dsp:nvSpPr>
        <dsp:cNvPr id="0" name=""/>
        <dsp:cNvSpPr/>
      </dsp:nvSpPr>
      <dsp:spPr>
        <a:xfrm>
          <a:off x="5754124" y="0"/>
          <a:ext cx="1509048" cy="13042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D1829-6529-4533-B7EE-96761380E2BD}">
      <dsp:nvSpPr>
        <dsp:cNvPr id="0" name=""/>
        <dsp:cNvSpPr/>
      </dsp:nvSpPr>
      <dsp:spPr>
        <a:xfrm>
          <a:off x="5754124" y="1437846"/>
          <a:ext cx="4311566" cy="558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Conclusion</a:t>
          </a:r>
        </a:p>
      </dsp:txBody>
      <dsp:txXfrm>
        <a:off x="5754124" y="1437846"/>
        <a:ext cx="4311566" cy="558950"/>
      </dsp:txXfrm>
    </dsp:sp>
    <dsp:sp modelId="{9A805C62-CDAF-4F5D-973D-44D1F334125F}">
      <dsp:nvSpPr>
        <dsp:cNvPr id="0" name=""/>
        <dsp:cNvSpPr/>
      </dsp:nvSpPr>
      <dsp:spPr>
        <a:xfrm>
          <a:off x="5754124" y="2058950"/>
          <a:ext cx="4311566" cy="1540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Balanced Scorecard links strategy to concrete goals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Business Model Canvas shows how NLS creates and captures value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BPMN clarifies key processes like onboarding and course creation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Together they align business strategy, IT architecture and stakeholder needs</a:t>
          </a:r>
        </a:p>
      </dsp:txBody>
      <dsp:txXfrm>
        <a:off x="5754124" y="2058950"/>
        <a:ext cx="4311566" cy="1540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3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7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9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9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3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12/5/2025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69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6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9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1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1A094C-E04B-6126-62A4-E7ACBFD74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sv-SE" sz="3700"/>
              <a:t>IT </a:t>
            </a:r>
            <a:r>
              <a:rPr lang="sv-SE" sz="3700" err="1"/>
              <a:t>Architecture</a:t>
            </a:r>
            <a:r>
              <a:rPr lang="sv-SE" sz="3700"/>
              <a:t> for NLS / </a:t>
            </a:r>
            <a:r>
              <a:rPr lang="sv-SE" sz="3700">
                <a:ea typeface="+mj-lt"/>
                <a:cs typeface="+mj-lt"/>
              </a:rPr>
              <a:t>Nordic Learning Solutions</a:t>
            </a:r>
            <a:endParaRPr lang="sv-SE" sz="3700"/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0844CB7D-3DE8-A7B5-9547-7E36AC5B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sv-SE" sz="2000">
                <a:latin typeface="Aptos"/>
              </a:rPr>
              <a:t>Focus: </a:t>
            </a:r>
            <a:r>
              <a:rPr lang="sv-SE" sz="2000" err="1">
                <a:latin typeface="Aptos"/>
              </a:rPr>
              <a:t>Strategy</a:t>
            </a:r>
            <a:r>
              <a:rPr lang="sv-SE" sz="2000">
                <a:latin typeface="Aptos"/>
              </a:rPr>
              <a:t>, </a:t>
            </a:r>
            <a:r>
              <a:rPr lang="sv-SE" sz="2000" err="1">
                <a:latin typeface="Aptos"/>
              </a:rPr>
              <a:t>Stakeholders</a:t>
            </a:r>
            <a:r>
              <a:rPr lang="sv-SE" sz="2000">
                <a:latin typeface="Aptos"/>
              </a:rPr>
              <a:t> &amp; </a:t>
            </a:r>
            <a:r>
              <a:rPr lang="sv-SE" sz="2000" err="1">
                <a:latin typeface="Aptos"/>
              </a:rPr>
              <a:t>Processes</a:t>
            </a:r>
            <a:endParaRPr lang="sv-SE" sz="2000">
              <a:latin typeface="Aptos"/>
            </a:endParaRPr>
          </a:p>
          <a:p>
            <a:pPr marL="0" indent="0">
              <a:buNone/>
            </a:pPr>
            <a:r>
              <a:rPr lang="sv-SE" sz="2000" err="1">
                <a:latin typeface="Aptos"/>
              </a:rPr>
              <a:t>Methods</a:t>
            </a:r>
            <a:r>
              <a:rPr lang="sv-SE" sz="2000">
                <a:latin typeface="Aptos"/>
              </a:rPr>
              <a:t>: </a:t>
            </a:r>
            <a:r>
              <a:rPr lang="sv-SE" sz="2000" err="1">
                <a:latin typeface="Aptos"/>
              </a:rPr>
              <a:t>Balanced</a:t>
            </a:r>
            <a:r>
              <a:rPr lang="sv-SE" sz="2000">
                <a:latin typeface="Aptos"/>
              </a:rPr>
              <a:t> </a:t>
            </a:r>
            <a:r>
              <a:rPr lang="sv-SE" sz="2000" err="1">
                <a:latin typeface="Aptos"/>
              </a:rPr>
              <a:t>Scorecard</a:t>
            </a:r>
            <a:r>
              <a:rPr lang="sv-SE" sz="2000">
                <a:latin typeface="Aptos"/>
              </a:rPr>
              <a:t>, BMC, BPMN</a:t>
            </a:r>
            <a:endParaRPr lang="sv-SE" sz="2000"/>
          </a:p>
          <a:p>
            <a:pPr marL="0" indent="0">
              <a:buNone/>
            </a:pPr>
            <a:endParaRPr lang="sv-SE" sz="1600">
              <a:latin typeface="Aptos Display"/>
            </a:endParaRPr>
          </a:p>
          <a:p>
            <a:pPr marL="0" indent="0">
              <a:buNone/>
            </a:pPr>
            <a:endParaRPr lang="sv-SE" sz="1600">
              <a:latin typeface="Aptos Display"/>
            </a:endParaRPr>
          </a:p>
          <a:p>
            <a:pPr marL="0" indent="0">
              <a:buNone/>
            </a:pPr>
            <a:endParaRPr lang="sv-SE" sz="1600">
              <a:latin typeface="Aptos Display"/>
            </a:endParaRPr>
          </a:p>
          <a:p>
            <a:pPr marL="0" indent="0">
              <a:buNone/>
            </a:pPr>
            <a:r>
              <a:rPr lang="sv-SE" sz="1600">
                <a:latin typeface="Aptos Display"/>
              </a:rPr>
              <a:t>        </a:t>
            </a:r>
          </a:p>
          <a:p>
            <a:pPr marL="0" indent="0">
              <a:buNone/>
            </a:pPr>
            <a:endParaRPr lang="sv-SE" sz="1600">
              <a:latin typeface="Aptos Display"/>
            </a:endParaRPr>
          </a:p>
          <a:p>
            <a:pPr marL="0" indent="0">
              <a:buNone/>
            </a:pPr>
            <a:endParaRPr lang="sv-SE" sz="1600">
              <a:latin typeface="Aptos Display"/>
              <a:ea typeface="Calibri Light" panose="020F0302020204030204"/>
              <a:cs typeface="Calibri Light" panose="020F0302020204030204"/>
            </a:endParaRPr>
          </a:p>
          <a:p>
            <a:pPr marL="0" indent="0">
              <a:buNone/>
            </a:pPr>
            <a:endParaRPr lang="sv-SE" sz="200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buNone/>
            </a:pPr>
            <a:r>
              <a:rPr lang="sv-SE" sz="1600">
                <a:latin typeface="Aptos Display"/>
              </a:rPr>
              <a:t>          Diana, </a:t>
            </a:r>
            <a:r>
              <a:rPr lang="sv-SE" sz="1600" err="1">
                <a:latin typeface="Aptos Display"/>
              </a:rPr>
              <a:t>Tesnim</a:t>
            </a:r>
            <a:r>
              <a:rPr lang="sv-SE" sz="1600">
                <a:latin typeface="Aptos Display"/>
              </a:rPr>
              <a:t>, Ibrahim &amp; Adrian / Group 4</a:t>
            </a:r>
          </a:p>
          <a:p>
            <a:pPr marL="0" indent="0">
              <a:buNone/>
            </a:pPr>
            <a:endParaRPr lang="sv-SE" sz="2000"/>
          </a:p>
          <a:p>
            <a:pPr marL="0" indent="0">
              <a:buNone/>
            </a:pPr>
            <a:endParaRPr lang="sv-SE" sz="2000">
              <a:latin typeface="Aptos"/>
            </a:endParaRPr>
          </a:p>
          <a:p>
            <a:pPr marL="0" indent="0">
              <a:buNone/>
            </a:pPr>
            <a:r>
              <a:rPr lang="sv-SE" sz="2000">
                <a:latin typeface="Aptos Display"/>
              </a:rPr>
              <a:t>       </a:t>
            </a:r>
            <a:endParaRPr lang="sv-SE" sz="1600">
              <a:latin typeface="Aptos Display"/>
            </a:endParaRPr>
          </a:p>
        </p:txBody>
      </p:sp>
      <p:pic>
        <p:nvPicPr>
          <p:cNvPr id="15" name="Picture 4" descr="Person som skriver i anteckningar">
            <a:extLst>
              <a:ext uri="{FF2B5EF4-FFF2-40B4-BE49-F238E27FC236}">
                <a16:creationId xmlns:a16="http://schemas.microsoft.com/office/drawing/2014/main" id="{A6CA8808-DF37-3C68-110E-47EFFC5B5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92" r="20190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0425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FC5DA5-592B-399B-62A4-BE22AFDB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err="1"/>
              <a:t>Our</a:t>
            </a:r>
            <a:r>
              <a:rPr lang="sv-SE"/>
              <a:t> business and </a:t>
            </a:r>
            <a:r>
              <a:rPr lang="sv-SE" err="1"/>
              <a:t>main</a:t>
            </a:r>
            <a:r>
              <a:rPr lang="sv-SE"/>
              <a:t> </a:t>
            </a:r>
            <a:r>
              <a:rPr lang="sv-SE" err="1"/>
              <a:t>objectives</a:t>
            </a:r>
          </a:p>
        </p:txBody>
      </p:sp>
      <p:graphicFrame>
        <p:nvGraphicFramePr>
          <p:cNvPr id="9" name="Platshållare för innehåll 2">
            <a:extLst>
              <a:ext uri="{FF2B5EF4-FFF2-40B4-BE49-F238E27FC236}">
                <a16:creationId xmlns:a16="http://schemas.microsoft.com/office/drawing/2014/main" id="{7B962781-F3D0-76A4-631A-DD32616C4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063068"/>
              </p:ext>
            </p:extLst>
          </p:nvPr>
        </p:nvGraphicFramePr>
        <p:xfrm>
          <a:off x="676275" y="2011363"/>
          <a:ext cx="10753725" cy="3767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615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B243AC1-0665-E6E7-7628-A36C4105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err="1"/>
              <a:t>Stakeholders</a:t>
            </a:r>
            <a:r>
              <a:rPr lang="sv-SE"/>
              <a:t> and Internal drivers</a:t>
            </a:r>
          </a:p>
        </p:txBody>
      </p:sp>
      <p:graphicFrame>
        <p:nvGraphicFramePr>
          <p:cNvPr id="17" name="Platshållare för innehåll 2">
            <a:extLst>
              <a:ext uri="{FF2B5EF4-FFF2-40B4-BE49-F238E27FC236}">
                <a16:creationId xmlns:a16="http://schemas.microsoft.com/office/drawing/2014/main" id="{427918B6-3E37-8B8F-6EAC-462752AB2D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497532"/>
              </p:ext>
            </p:extLst>
          </p:nvPr>
        </p:nvGraphicFramePr>
        <p:xfrm>
          <a:off x="432877" y="1988393"/>
          <a:ext cx="10753725" cy="3767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30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D73EAB-2C8A-CC5D-F0F8-996FC562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sv-SE" b="1" err="1">
                <a:solidFill>
                  <a:srgbClr val="50B4C8"/>
                </a:solidFill>
                <a:latin typeface="Aptos Display"/>
                <a:ea typeface="Calibri Light"/>
                <a:cs typeface="Calibri Light"/>
              </a:rPr>
              <a:t>External</a:t>
            </a:r>
            <a:r>
              <a:rPr lang="sv-SE" b="1">
                <a:solidFill>
                  <a:srgbClr val="50B4C8"/>
                </a:solidFill>
                <a:latin typeface="Aptos Display"/>
                <a:ea typeface="Calibri Light"/>
                <a:cs typeface="Calibri Light"/>
              </a:rPr>
              <a:t> Drivers</a:t>
            </a:r>
            <a:endParaRPr lang="sv-SE">
              <a:solidFill>
                <a:srgbClr val="50B4C8"/>
              </a:solidFill>
              <a:ea typeface="Calibri Light"/>
              <a:cs typeface="Calibri Light"/>
            </a:endParaRP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A6C1EEE1-A707-2810-D96A-0FF50729F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070209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125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38B8A20-A9A3-5362-E7FA-E46AA82D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sv-SE">
                <a:latin typeface="Aptos Display"/>
              </a:rPr>
              <a:t>Balanced Scorecard for NLS</a:t>
            </a:r>
            <a:endParaRPr lang="sv-SE"/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5B04D0ED-4314-68C6-B453-E42E79C4E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058134"/>
              </p:ext>
            </p:extLst>
          </p:nvPr>
        </p:nvGraphicFramePr>
        <p:xfrm>
          <a:off x="823642" y="2373549"/>
          <a:ext cx="10458991" cy="359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9693">
                  <a:extLst>
                    <a:ext uri="{9D8B030D-6E8A-4147-A177-3AD203B41FA5}">
                      <a16:colId xmlns:a16="http://schemas.microsoft.com/office/drawing/2014/main" val="403053131"/>
                    </a:ext>
                  </a:extLst>
                </a:gridCol>
                <a:gridCol w="5249298">
                  <a:extLst>
                    <a:ext uri="{9D8B030D-6E8A-4147-A177-3AD203B41FA5}">
                      <a16:colId xmlns:a16="http://schemas.microsoft.com/office/drawing/2014/main" val="2831175746"/>
                    </a:ext>
                  </a:extLst>
                </a:gridCol>
              </a:tblGrid>
              <a:tr h="17996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400" b="1" i="0" u="sng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Financial </a:t>
                      </a:r>
                      <a:r>
                        <a:rPr lang="sv-SE" sz="1400" b="1" i="0" u="sng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Perspective</a:t>
                      </a:r>
                    </a:p>
                    <a:p>
                      <a:pPr lvl="0">
                        <a:buNone/>
                      </a:pPr>
                      <a:r>
                        <a:rPr lang="sv-SE" sz="1400" b="1" i="0" u="none" strike="noStrike" baseline="0" noProof="0" err="1">
                          <a:solidFill>
                            <a:srgbClr val="FFFFFF"/>
                          </a:solidFill>
                        </a:rPr>
                        <a:t>Objective</a:t>
                      </a:r>
                      <a:r>
                        <a:rPr lang="sv-SE" sz="1400" b="1" i="0" u="none" strike="noStrike" baseline="0" noProof="0">
                          <a:solidFill>
                            <a:srgbClr val="FFFFFF"/>
                          </a:solidFill>
                        </a:rPr>
                        <a:t>:</a:t>
                      </a:r>
                      <a:endParaRPr lang="sv-SE" sz="1400" b="1"/>
                    </a:p>
                    <a:p>
                      <a:pPr marL="0" lvl="0" indent="0">
                        <a:buNone/>
                      </a:pP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</a:rPr>
                        <a:t>Increase</a:t>
                      </a: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</a:rPr>
                        <a:t>revenue</a:t>
                      </a: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</a:rPr>
                        <a:t> &amp;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</a:rPr>
                        <a:t>profitability</a:t>
                      </a:r>
                      <a:endParaRPr lang="sv-SE" sz="1400" b="0" i="0" u="none" strike="noStrike" baseline="0" noProof="0">
                        <a:solidFill>
                          <a:srgbClr val="FFFFFF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Strategy</a:t>
                      </a:r>
                      <a:r>
                        <a:rPr lang="sv-SE" sz="1400" b="1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:</a:t>
                      </a:r>
                      <a:endParaRPr lang="en-US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•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Tiered</a:t>
                      </a: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subscription</a:t>
                      </a: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models</a:t>
                      </a:r>
                      <a:endParaRPr lang="sv-SE" sz="1400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• Corporate </a:t>
                      </a:r>
                      <a:r>
                        <a:rPr lang="sv-SE" sz="1400" b="0" i="0" u="none" strike="noStrike" baseline="0" noProof="0" err="1">
                          <a:solidFill>
                            <a:srgbClr val="FFFFFF"/>
                          </a:solidFill>
                          <a:latin typeface="Aptos"/>
                        </a:rPr>
                        <a:t>training</a:t>
                      </a:r>
                      <a:r>
                        <a:rPr lang="sv-SE" sz="1400" b="0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 offers</a:t>
                      </a:r>
                      <a:endParaRPr lang="sv-SE" sz="1400"/>
                    </a:p>
                    <a:p>
                      <a:pPr marL="0" lvl="0" indent="0">
                        <a:buNone/>
                      </a:pPr>
                      <a:endParaRPr lang="sv-SE" sz="1400" b="0" i="0" u="none" strike="noStrike" baseline="0" noProof="0">
                        <a:solidFill>
                          <a:srgbClr val="FFFFFF"/>
                        </a:solidFill>
                      </a:endParaRPr>
                    </a:p>
                  </a:txBody>
                  <a:tcPr marL="71761" marR="71761" marT="35880" marB="358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400" b="1" i="0" u="sng" strike="noStrike" noProof="0">
                          <a:latin typeface="Aptos"/>
                        </a:rPr>
                        <a:t> </a:t>
                      </a:r>
                      <a:r>
                        <a:rPr lang="sv-SE" sz="1400" b="1" i="0" u="sng" strike="noStrike" noProof="0" err="1">
                          <a:latin typeface="Aptos"/>
                        </a:rPr>
                        <a:t>Customer</a:t>
                      </a:r>
                      <a:r>
                        <a:rPr lang="sv-SE" sz="1400" b="1" i="0" u="sng" strike="noStrike" noProof="0">
                          <a:latin typeface="Aptos"/>
                        </a:rPr>
                        <a:t> </a:t>
                      </a:r>
                      <a:r>
                        <a:rPr lang="sv-SE" sz="1400" b="1" i="0" u="sng" strike="noStrike" noProof="0" err="1">
                          <a:latin typeface="Aptos"/>
                        </a:rPr>
                        <a:t>Perspective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noProof="0" err="1"/>
                        <a:t>Objective</a:t>
                      </a:r>
                      <a:r>
                        <a:rPr lang="sv-SE" sz="1400" b="1" i="0" u="none" strike="noStrike" noProof="0"/>
                        <a:t>:</a:t>
                      </a:r>
                      <a:endParaRPr lang="sv-SE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0" i="0" u="none" strike="noStrike" noProof="0" err="1"/>
                        <a:t>Higher</a:t>
                      </a:r>
                      <a:r>
                        <a:rPr lang="sv-SE" sz="1400" b="0" i="0" u="none" strike="noStrike" noProof="0"/>
                        <a:t> </a:t>
                      </a:r>
                      <a:r>
                        <a:rPr lang="sv-SE" sz="1400" b="0" i="0" u="none" strike="noStrike" noProof="0" err="1"/>
                        <a:t>satisfaction</a:t>
                      </a:r>
                      <a:r>
                        <a:rPr lang="sv-SE" sz="1400" b="0" i="0" u="none" strike="noStrike" noProof="0"/>
                        <a:t> &amp; retention</a:t>
                      </a:r>
                      <a:endParaRPr lang="sv-SE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noProof="0" err="1">
                          <a:latin typeface="Aptos"/>
                        </a:rPr>
                        <a:t>Strategy</a:t>
                      </a:r>
                      <a:r>
                        <a:rPr lang="sv-SE" sz="1400" b="1" i="0" u="none" strike="noStrike" noProof="0">
                          <a:latin typeface="Aptos"/>
                        </a:rPr>
                        <a:t>:</a:t>
                      </a:r>
                      <a:endParaRPr lang="sv-SE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0" i="0" u="none" strike="noStrike" noProof="0">
                          <a:latin typeface="Aptos"/>
                        </a:rPr>
                        <a:t>•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Improve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AI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recommendations</a:t>
                      </a:r>
                      <a:endParaRPr lang="sv-SE" sz="1400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0" i="0" u="none" strike="noStrike" noProof="0">
                          <a:latin typeface="Aptos"/>
                        </a:rPr>
                        <a:t>•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Enhance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User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Experience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(UX)</a:t>
                      </a:r>
                      <a:endParaRPr lang="sv-SE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sv-SE" sz="1400" b="0" i="0" u="none" strike="noStrike" noProof="0"/>
                    </a:p>
                    <a:p>
                      <a:pPr marL="0" lvl="0" indent="0">
                        <a:buNone/>
                      </a:pPr>
                      <a:endParaRPr lang="sv-SE" sz="1400" b="0" i="0" u="none" strike="noStrike" noProof="0">
                        <a:latin typeface="Aptos"/>
                      </a:endParaRPr>
                    </a:p>
                  </a:txBody>
                  <a:tcPr marL="71761" marR="71761" marT="35880" marB="35880"/>
                </a:tc>
                <a:extLst>
                  <a:ext uri="{0D108BD9-81ED-4DB2-BD59-A6C34878D82A}">
                    <a16:rowId xmlns:a16="http://schemas.microsoft.com/office/drawing/2014/main" val="2862988942"/>
                  </a:ext>
                </a:extLst>
              </a:tr>
              <a:tr h="17996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 </a:t>
                      </a:r>
                      <a:r>
                        <a:rPr lang="sv-SE" sz="1400" b="1" i="0" u="sng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Internal Process </a:t>
                      </a:r>
                      <a:r>
                        <a:rPr lang="sv-SE" sz="1400" b="1" i="0" u="sng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Perspective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baseline="0" noProof="0" err="1">
                          <a:solidFill>
                            <a:srgbClr val="000000"/>
                          </a:solidFill>
                        </a:rPr>
                        <a:t>Objective</a:t>
                      </a:r>
                      <a:r>
                        <a:rPr lang="sv-SE" sz="1400" b="1" i="0" u="none" strike="noStrike" baseline="0" noProof="0">
                          <a:solidFill>
                            <a:srgbClr val="000000"/>
                          </a:solidFill>
                        </a:rPr>
                        <a:t>: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</a:rPr>
                        <a:t>Efficient</a:t>
                      </a: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</a:rPr>
                        <a:t>onboarding</a:t>
                      </a: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</a:rPr>
                        <a:t> &amp;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</a:rPr>
                        <a:t>reporting</a:t>
                      </a:r>
                      <a:endParaRPr lang="sv-SE" sz="140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Strategy</a:t>
                      </a:r>
                      <a:r>
                        <a:rPr lang="sv-SE" sz="1400" b="1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: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Standardise</a:t>
                      </a: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workflows</a:t>
                      </a:r>
                      <a:endParaRPr lang="en-US" sz="1400" err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Automate</a:t>
                      </a: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v-SE" sz="14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with</a:t>
                      </a:r>
                      <a:r>
                        <a:rPr lang="sv-SE" sz="1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 AI support</a:t>
                      </a:r>
                      <a:endParaRPr lang="sv-SE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sv-SE" sz="1400" b="0" i="0" u="none" strike="noStrike" baseline="0" noProof="0">
                        <a:solidFill>
                          <a:srgbClr val="000000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sv-SE" sz="1400" b="1" i="0" u="sng" strike="noStrike" baseline="0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 marL="71761" marR="71761" marT="35880" marB="3588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1" i="0" u="sng" strike="noStrike" noProof="0">
                          <a:latin typeface="Aptos"/>
                        </a:rPr>
                        <a:t>Learning &amp; </a:t>
                      </a:r>
                      <a:r>
                        <a:rPr lang="sv-SE" sz="1400" b="1" i="0" u="sng" strike="noStrike" noProof="0" err="1">
                          <a:latin typeface="Aptos"/>
                        </a:rPr>
                        <a:t>Growth</a:t>
                      </a:r>
                      <a:r>
                        <a:rPr lang="sv-SE" sz="1400" b="1" i="0" u="sng" strike="noStrike" noProof="0">
                          <a:latin typeface="Aptos"/>
                        </a:rPr>
                        <a:t> </a:t>
                      </a:r>
                      <a:r>
                        <a:rPr lang="sv-SE" sz="1400" b="1" i="0" u="sng" strike="noStrike" noProof="0" err="1">
                          <a:latin typeface="Aptos"/>
                        </a:rPr>
                        <a:t>Perspective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noProof="0" err="1"/>
                        <a:t>Objective</a:t>
                      </a:r>
                      <a:r>
                        <a:rPr lang="sv-SE" sz="1400" b="1" i="0" u="none" strike="noStrike" noProof="0"/>
                        <a:t>: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noProof="0" err="1"/>
                        <a:t>Competence</a:t>
                      </a:r>
                      <a:r>
                        <a:rPr lang="sv-SE" sz="1400" b="0" i="0" u="none" strike="noStrike" noProof="0"/>
                        <a:t> in AI, </a:t>
                      </a:r>
                      <a:r>
                        <a:rPr lang="sv-SE" sz="1400" b="0" i="0" u="none" strike="noStrike" noProof="0" err="1"/>
                        <a:t>Analytics</a:t>
                      </a:r>
                      <a:r>
                        <a:rPr lang="sv-SE" sz="1400" b="0" i="0" u="none" strike="noStrike" noProof="0"/>
                        <a:t> &amp; Cloud</a:t>
                      </a:r>
                      <a:endParaRPr lang="sv-SE" sz="14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400" b="1" i="0" u="none" strike="noStrike" noProof="0" err="1">
                          <a:latin typeface="Aptos"/>
                        </a:rPr>
                        <a:t>Strategy</a:t>
                      </a:r>
                      <a:r>
                        <a:rPr lang="sv-SE" sz="1400" b="1" i="0" u="none" strike="noStrike" noProof="0">
                          <a:latin typeface="Aptos"/>
                        </a:rPr>
                        <a:t>:</a:t>
                      </a:r>
                      <a:endParaRPr lang="sv-SE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Continuous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staff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training</a:t>
                      </a:r>
                      <a:endParaRPr lang="sv-SE" sz="1400" err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Knowledge</a:t>
                      </a:r>
                      <a:r>
                        <a:rPr lang="sv-SE" sz="1400" b="0" i="0" u="none" strike="noStrike" noProof="0">
                          <a:latin typeface="Aptos"/>
                        </a:rPr>
                        <a:t> </a:t>
                      </a:r>
                      <a:r>
                        <a:rPr lang="sv-SE" sz="1400" b="0" i="0" u="none" strike="noStrike" noProof="0" err="1">
                          <a:latin typeface="Aptos"/>
                        </a:rPr>
                        <a:t>sharing</a:t>
                      </a:r>
                      <a:endParaRPr lang="sv-SE" sz="1400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sv-SE" sz="1400" b="0" i="0" u="none" strike="noStrike" noProof="0"/>
                    </a:p>
                    <a:p>
                      <a:pPr lvl="0">
                        <a:buNone/>
                      </a:pPr>
                      <a:endParaRPr lang="sv-SE" sz="1400" b="1" i="0" u="sng" strike="noStrike" noProof="0">
                        <a:latin typeface="Aptos"/>
                      </a:endParaRPr>
                    </a:p>
                  </a:txBody>
                  <a:tcPr marL="71761" marR="71761" marT="35880" marB="35880"/>
                </a:tc>
                <a:extLst>
                  <a:ext uri="{0D108BD9-81ED-4DB2-BD59-A6C34878D82A}">
                    <a16:rowId xmlns:a16="http://schemas.microsoft.com/office/drawing/2014/main" val="340590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76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70922B-7D90-28DD-964D-646AABC2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076" y="489023"/>
            <a:ext cx="3706761" cy="16581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kern="1200">
                <a:solidFill>
                  <a:schemeClr val="tx2">
                    <a:lumMod val="49000"/>
                    <a:lumOff val="51000"/>
                  </a:schemeClr>
                </a:solidFill>
                <a:latin typeface="+mj-lt"/>
                <a:ea typeface="+mj-ea"/>
                <a:cs typeface="+mj-cs"/>
              </a:rPr>
              <a:t>Business Model Canvas (BMC)</a:t>
            </a:r>
          </a:p>
        </p:txBody>
      </p:sp>
      <p:pic>
        <p:nvPicPr>
          <p:cNvPr id="4" name="Platshållare för innehåll 3" descr="En bild som visar text, skärmbild, nummer, Teckensnitt&#10;&#10;AI-genererat innehåll kan vara felaktigt.">
            <a:extLst>
              <a:ext uri="{FF2B5EF4-FFF2-40B4-BE49-F238E27FC236}">
                <a16:creationId xmlns:a16="http://schemas.microsoft.com/office/drawing/2014/main" id="{1359FED5-7C35-1927-7D4F-615050AB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78" y="2367874"/>
            <a:ext cx="6912217" cy="340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EFAF04-D69D-B563-306D-EAF70495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57457"/>
            <a:ext cx="10772775" cy="1658198"/>
          </a:xfrm>
        </p:spPr>
        <p:txBody>
          <a:bodyPr>
            <a:normAutofit/>
          </a:bodyPr>
          <a:lstStyle/>
          <a:p>
            <a:r>
              <a:rPr lang="sv-SE">
                <a:latin typeface="Aptos Display"/>
              </a:rPr>
              <a:t>BPMN: </a:t>
            </a:r>
            <a:r>
              <a:rPr lang="sv-SE" err="1">
                <a:latin typeface="Aptos Display"/>
              </a:rPr>
              <a:t>Core</a:t>
            </a:r>
            <a:r>
              <a:rPr lang="sv-SE">
                <a:latin typeface="Aptos Display"/>
              </a:rPr>
              <a:t> business </a:t>
            </a:r>
            <a:r>
              <a:rPr lang="sv-SE" err="1">
                <a:latin typeface="Aptos Display"/>
              </a:rPr>
              <a:t>processes</a:t>
            </a:r>
            <a:endParaRPr lang="sv-SE" err="1"/>
          </a:p>
        </p:txBody>
      </p:sp>
      <p:pic>
        <p:nvPicPr>
          <p:cNvPr id="3" name="Bildobjekt 2" descr="En bild som visar text, skärmbild, diagram, linje&#10;&#10;AI-genererat innehåll kan vara felaktigt.">
            <a:extLst>
              <a:ext uri="{FF2B5EF4-FFF2-40B4-BE49-F238E27FC236}">
                <a16:creationId xmlns:a16="http://schemas.microsoft.com/office/drawing/2014/main" id="{00565EB3-BF40-C93E-3C44-34F33698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98" y="1717402"/>
            <a:ext cx="9255760" cy="48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14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E9621DB-B189-DE11-019D-E8117063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52272"/>
            <a:ext cx="10772775" cy="1658198"/>
          </a:xfrm>
        </p:spPr>
        <p:txBody>
          <a:bodyPr>
            <a:normAutofit/>
          </a:bodyPr>
          <a:lstStyle/>
          <a:p>
            <a:r>
              <a:rPr lang="sv-SE" err="1">
                <a:latin typeface="Aptos Display"/>
              </a:rPr>
              <a:t>Views</a:t>
            </a:r>
            <a:r>
              <a:rPr lang="sv-SE">
                <a:latin typeface="Aptos Display"/>
              </a:rPr>
              <a:t>, </a:t>
            </a:r>
            <a:r>
              <a:rPr lang="sv-SE" err="1">
                <a:latin typeface="Aptos Display"/>
              </a:rPr>
              <a:t>viewpoints</a:t>
            </a:r>
            <a:r>
              <a:rPr lang="sv-SE">
                <a:latin typeface="Aptos Display"/>
              </a:rPr>
              <a:t> and </a:t>
            </a:r>
            <a:r>
              <a:rPr lang="sv-SE" err="1">
                <a:latin typeface="Aptos Display"/>
              </a:rPr>
              <a:t>conclusion</a:t>
            </a:r>
            <a:endParaRPr lang="sv-SE" err="1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BB830CC5-945E-48F8-A1F6-0B8BDF4A1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396464"/>
              </p:ext>
            </p:extLst>
          </p:nvPr>
        </p:nvGraphicFramePr>
        <p:xfrm>
          <a:off x="289753" y="1628114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037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9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6E36B62D-34E6-41D4-B3AA-AC21AB38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FE95C4C-A5AA-2A45-190C-42A651D9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043" y="770467"/>
            <a:ext cx="6608963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rgbClr val="FFFFFF"/>
                </a:solidFill>
              </a:rPr>
              <a:t>Thank you, Questions?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7E92409-AD19-4CE3-9956-8C03560F7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2" name="Graphic 6" descr="Help">
            <a:extLst>
              <a:ext uri="{FF2B5EF4-FFF2-40B4-BE49-F238E27FC236}">
                <a16:creationId xmlns:a16="http://schemas.microsoft.com/office/drawing/2014/main" id="{24899AC7-9FF9-1680-36E2-0154F75F3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464" y="1742701"/>
            <a:ext cx="3352128" cy="33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7688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Metropolitan</vt:lpstr>
      <vt:lpstr>IT Architecture for NLS / Nordic Learning Solutions</vt:lpstr>
      <vt:lpstr>Our business and main objectives</vt:lpstr>
      <vt:lpstr>Stakeholders and Internal drivers</vt:lpstr>
      <vt:lpstr>External Drivers</vt:lpstr>
      <vt:lpstr>Balanced Scorecard for NLS</vt:lpstr>
      <vt:lpstr>Business Model Canvas (BMC)</vt:lpstr>
      <vt:lpstr>BPMN: Core business processes</vt:lpstr>
      <vt:lpstr>Views, viewpoints and conclusion</vt:lpstr>
      <vt:lpstr>Thank you,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2025-11-30T21:40:40Z</dcterms:created>
  <dcterms:modified xsi:type="dcterms:W3CDTF">2025-12-05T13:36:18Z</dcterms:modified>
</cp:coreProperties>
</file>