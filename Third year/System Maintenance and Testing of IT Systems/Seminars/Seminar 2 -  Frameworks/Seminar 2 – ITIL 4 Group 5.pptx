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1" r:id="rId2"/>
  </p:sldMasterIdLst>
  <p:sldIdLst>
    <p:sldId id="258" r:id="rId3"/>
    <p:sldId id="257" r:id="rId4"/>
    <p:sldId id="263" r:id="rId5"/>
    <p:sldId id="262" r:id="rId6"/>
    <p:sldId id="264" r:id="rId7"/>
    <p:sldId id="265" r:id="rId8"/>
    <p:sldId id="266" r:id="rId9"/>
    <p:sldId id="270" r:id="rId10"/>
    <p:sldId id="272" r:id="rId11"/>
    <p:sldId id="273" r:id="rId12"/>
    <p:sldId id="268" r:id="rId13"/>
    <p:sldId id="269" r:id="rId14"/>
    <p:sldId id="267" r:id="rId15"/>
    <p:sldId id="274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24FF6C-AADB-2A1C-9FCA-4A5E6A0E5FB2}" v="52" dt="2025-10-07T20:59:55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4A77-C0EC-E90C-087A-E71757299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375" y="4072591"/>
            <a:ext cx="11017249" cy="151699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AB453-76B0-1DBA-9EE3-645CA9804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375" y="5694361"/>
            <a:ext cx="11017250" cy="474663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29D4B-20DA-C5A9-370C-5C556DC7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3F1A-779F-4295-3160-E943DBC0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849934F-55C5-A548-E041-1CB8C42DF0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92654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166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4A77-C0EC-E90C-087A-E71757299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376" y="2140607"/>
            <a:ext cx="5508623" cy="151699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AB453-76B0-1DBA-9EE3-645CA9804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375" y="3762377"/>
            <a:ext cx="5508623" cy="474663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29D4B-20DA-C5A9-370C-5C556DC7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3F1A-779F-4295-3160-E943DBC0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849934F-55C5-A548-E041-1CB8C42DF0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05649" y="584200"/>
            <a:ext cx="5086351" cy="5689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31219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6C516B-838E-8F2A-606A-DFC7ADE3BF23}"/>
              </a:ext>
            </a:extLst>
          </p:cNvPr>
          <p:cNvSpPr/>
          <p:nvPr userDrawn="1"/>
        </p:nvSpPr>
        <p:spPr>
          <a:xfrm>
            <a:off x="587375" y="584200"/>
            <a:ext cx="11017249" cy="1907540"/>
          </a:xfrm>
          <a:custGeom>
            <a:avLst/>
            <a:gdLst>
              <a:gd name="connsiteX0" fmla="*/ 0 w 11017249"/>
              <a:gd name="connsiteY0" fmla="*/ 0 h 1907540"/>
              <a:gd name="connsiteX1" fmla="*/ 11017249 w 11017249"/>
              <a:gd name="connsiteY1" fmla="*/ 0 h 1907540"/>
              <a:gd name="connsiteX2" fmla="*/ 11017249 w 11017249"/>
              <a:gd name="connsiteY2" fmla="*/ 1907540 h 1907540"/>
              <a:gd name="connsiteX3" fmla="*/ 0 w 11017249"/>
              <a:gd name="connsiteY3" fmla="*/ 1907540 h 1907540"/>
              <a:gd name="connsiteX4" fmla="*/ 0 w 11017249"/>
              <a:gd name="connsiteY4" fmla="*/ 0 h 1907540"/>
              <a:gd name="connsiteX0" fmla="*/ 0 w 11017249"/>
              <a:gd name="connsiteY0" fmla="*/ 0 h 1915160"/>
              <a:gd name="connsiteX1" fmla="*/ 11017249 w 11017249"/>
              <a:gd name="connsiteY1" fmla="*/ 0 h 1915160"/>
              <a:gd name="connsiteX2" fmla="*/ 11017249 w 11017249"/>
              <a:gd name="connsiteY2" fmla="*/ 1907540 h 1915160"/>
              <a:gd name="connsiteX3" fmla="*/ 5501005 w 11017249"/>
              <a:gd name="connsiteY3" fmla="*/ 1915160 h 1915160"/>
              <a:gd name="connsiteX4" fmla="*/ 0 w 11017249"/>
              <a:gd name="connsiteY4" fmla="*/ 1907540 h 1915160"/>
              <a:gd name="connsiteX5" fmla="*/ 0 w 11017249"/>
              <a:gd name="connsiteY5" fmla="*/ 0 h 1915160"/>
              <a:gd name="connsiteX0" fmla="*/ 5501005 w 11017249"/>
              <a:gd name="connsiteY0" fmla="*/ 1915160 h 2006600"/>
              <a:gd name="connsiteX1" fmla="*/ 0 w 11017249"/>
              <a:gd name="connsiteY1" fmla="*/ 1907540 h 2006600"/>
              <a:gd name="connsiteX2" fmla="*/ 0 w 11017249"/>
              <a:gd name="connsiteY2" fmla="*/ 0 h 2006600"/>
              <a:gd name="connsiteX3" fmla="*/ 11017249 w 11017249"/>
              <a:gd name="connsiteY3" fmla="*/ 0 h 2006600"/>
              <a:gd name="connsiteX4" fmla="*/ 11017249 w 11017249"/>
              <a:gd name="connsiteY4" fmla="*/ 1907540 h 2006600"/>
              <a:gd name="connsiteX5" fmla="*/ 5592445 w 11017249"/>
              <a:gd name="connsiteY5" fmla="*/ 2006600 h 2006600"/>
              <a:gd name="connsiteX0" fmla="*/ 5501005 w 11017249"/>
              <a:gd name="connsiteY0" fmla="*/ 1915160 h 1915160"/>
              <a:gd name="connsiteX1" fmla="*/ 0 w 11017249"/>
              <a:gd name="connsiteY1" fmla="*/ 1907540 h 1915160"/>
              <a:gd name="connsiteX2" fmla="*/ 0 w 11017249"/>
              <a:gd name="connsiteY2" fmla="*/ 0 h 1915160"/>
              <a:gd name="connsiteX3" fmla="*/ 11017249 w 11017249"/>
              <a:gd name="connsiteY3" fmla="*/ 0 h 1915160"/>
              <a:gd name="connsiteX4" fmla="*/ 11017249 w 11017249"/>
              <a:gd name="connsiteY4" fmla="*/ 1907540 h 1915160"/>
              <a:gd name="connsiteX0" fmla="*/ 0 w 11017249"/>
              <a:gd name="connsiteY0" fmla="*/ 1907540 h 1907540"/>
              <a:gd name="connsiteX1" fmla="*/ 0 w 11017249"/>
              <a:gd name="connsiteY1" fmla="*/ 0 h 1907540"/>
              <a:gd name="connsiteX2" fmla="*/ 11017249 w 11017249"/>
              <a:gd name="connsiteY2" fmla="*/ 0 h 1907540"/>
              <a:gd name="connsiteX3" fmla="*/ 11017249 w 11017249"/>
              <a:gd name="connsiteY3" fmla="*/ 1907540 h 190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17249" h="1907540">
                <a:moveTo>
                  <a:pt x="0" y="1907540"/>
                </a:moveTo>
                <a:lnTo>
                  <a:pt x="0" y="0"/>
                </a:lnTo>
                <a:lnTo>
                  <a:pt x="11017249" y="0"/>
                </a:lnTo>
                <a:lnTo>
                  <a:pt x="11017249" y="190754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A4A77-C0EC-E90C-087A-E71757299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0641" y="2140607"/>
            <a:ext cx="9570720" cy="1516993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54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AB453-76B0-1DBA-9EE3-645CA9804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0640" y="3762377"/>
            <a:ext cx="9570720" cy="474663"/>
          </a:xfrm>
        </p:spPr>
        <p:txBody>
          <a:bodyPr anchor="t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29D4B-20DA-C5A9-370C-5C556DC7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3F1A-779F-4295-3160-E943DBC0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900EDDE-7277-B65D-E3B7-368E6E3F2598}"/>
              </a:ext>
            </a:extLst>
          </p:cNvPr>
          <p:cNvSpPr/>
          <p:nvPr userDrawn="1"/>
        </p:nvSpPr>
        <p:spPr>
          <a:xfrm flipV="1">
            <a:off x="587375" y="4366260"/>
            <a:ext cx="11017249" cy="1907540"/>
          </a:xfrm>
          <a:custGeom>
            <a:avLst/>
            <a:gdLst>
              <a:gd name="connsiteX0" fmla="*/ 0 w 11017249"/>
              <a:gd name="connsiteY0" fmla="*/ 0 h 1907540"/>
              <a:gd name="connsiteX1" fmla="*/ 11017249 w 11017249"/>
              <a:gd name="connsiteY1" fmla="*/ 0 h 1907540"/>
              <a:gd name="connsiteX2" fmla="*/ 11017249 w 11017249"/>
              <a:gd name="connsiteY2" fmla="*/ 1907540 h 1907540"/>
              <a:gd name="connsiteX3" fmla="*/ 0 w 11017249"/>
              <a:gd name="connsiteY3" fmla="*/ 1907540 h 1907540"/>
              <a:gd name="connsiteX4" fmla="*/ 0 w 11017249"/>
              <a:gd name="connsiteY4" fmla="*/ 0 h 1907540"/>
              <a:gd name="connsiteX0" fmla="*/ 0 w 11017249"/>
              <a:gd name="connsiteY0" fmla="*/ 0 h 1915160"/>
              <a:gd name="connsiteX1" fmla="*/ 11017249 w 11017249"/>
              <a:gd name="connsiteY1" fmla="*/ 0 h 1915160"/>
              <a:gd name="connsiteX2" fmla="*/ 11017249 w 11017249"/>
              <a:gd name="connsiteY2" fmla="*/ 1907540 h 1915160"/>
              <a:gd name="connsiteX3" fmla="*/ 5501005 w 11017249"/>
              <a:gd name="connsiteY3" fmla="*/ 1915160 h 1915160"/>
              <a:gd name="connsiteX4" fmla="*/ 0 w 11017249"/>
              <a:gd name="connsiteY4" fmla="*/ 1907540 h 1915160"/>
              <a:gd name="connsiteX5" fmla="*/ 0 w 11017249"/>
              <a:gd name="connsiteY5" fmla="*/ 0 h 1915160"/>
              <a:gd name="connsiteX0" fmla="*/ 5501005 w 11017249"/>
              <a:gd name="connsiteY0" fmla="*/ 1915160 h 2006600"/>
              <a:gd name="connsiteX1" fmla="*/ 0 w 11017249"/>
              <a:gd name="connsiteY1" fmla="*/ 1907540 h 2006600"/>
              <a:gd name="connsiteX2" fmla="*/ 0 w 11017249"/>
              <a:gd name="connsiteY2" fmla="*/ 0 h 2006600"/>
              <a:gd name="connsiteX3" fmla="*/ 11017249 w 11017249"/>
              <a:gd name="connsiteY3" fmla="*/ 0 h 2006600"/>
              <a:gd name="connsiteX4" fmla="*/ 11017249 w 11017249"/>
              <a:gd name="connsiteY4" fmla="*/ 1907540 h 2006600"/>
              <a:gd name="connsiteX5" fmla="*/ 5592445 w 11017249"/>
              <a:gd name="connsiteY5" fmla="*/ 2006600 h 2006600"/>
              <a:gd name="connsiteX0" fmla="*/ 5501005 w 11017249"/>
              <a:gd name="connsiteY0" fmla="*/ 1915160 h 1915160"/>
              <a:gd name="connsiteX1" fmla="*/ 0 w 11017249"/>
              <a:gd name="connsiteY1" fmla="*/ 1907540 h 1915160"/>
              <a:gd name="connsiteX2" fmla="*/ 0 w 11017249"/>
              <a:gd name="connsiteY2" fmla="*/ 0 h 1915160"/>
              <a:gd name="connsiteX3" fmla="*/ 11017249 w 11017249"/>
              <a:gd name="connsiteY3" fmla="*/ 0 h 1915160"/>
              <a:gd name="connsiteX4" fmla="*/ 11017249 w 11017249"/>
              <a:gd name="connsiteY4" fmla="*/ 1907540 h 1915160"/>
              <a:gd name="connsiteX0" fmla="*/ 0 w 11017249"/>
              <a:gd name="connsiteY0" fmla="*/ 1907540 h 1907540"/>
              <a:gd name="connsiteX1" fmla="*/ 0 w 11017249"/>
              <a:gd name="connsiteY1" fmla="*/ 0 h 1907540"/>
              <a:gd name="connsiteX2" fmla="*/ 11017249 w 11017249"/>
              <a:gd name="connsiteY2" fmla="*/ 0 h 1907540"/>
              <a:gd name="connsiteX3" fmla="*/ 11017249 w 11017249"/>
              <a:gd name="connsiteY3" fmla="*/ 1907540 h 190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17249" h="1907540">
                <a:moveTo>
                  <a:pt x="0" y="1907540"/>
                </a:moveTo>
                <a:lnTo>
                  <a:pt x="0" y="0"/>
                </a:lnTo>
                <a:lnTo>
                  <a:pt x="11017249" y="0"/>
                </a:lnTo>
                <a:lnTo>
                  <a:pt x="11017249" y="190754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502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4A77-C0EC-E90C-087A-E71757299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599" y="984886"/>
            <a:ext cx="5280025" cy="263683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AB453-76B0-1DBA-9EE3-645CA9804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4598" y="3726496"/>
            <a:ext cx="5280026" cy="2146618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29D4B-20DA-C5A9-370C-5C556DC7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3F1A-779F-4295-3160-E943DBC0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849934F-55C5-A548-E041-1CB8C42DF0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67402" cy="6273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67216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4A77-C0EC-E90C-087A-E71757299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376" y="1304926"/>
            <a:ext cx="5280025" cy="231679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AB453-76B0-1DBA-9EE3-645CA9804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375" y="3726496"/>
            <a:ext cx="5280026" cy="1826578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29D4B-20DA-C5A9-370C-5C556DC7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3F1A-779F-4295-3160-E943DBC0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849934F-55C5-A548-E041-1CB8C42DF0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0" y="1304926"/>
            <a:ext cx="5867399" cy="424814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242170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4A77-C0EC-E90C-087A-E71757299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376" y="984886"/>
            <a:ext cx="11017249" cy="2636834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AB453-76B0-1DBA-9EE3-645CA9804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374" y="3726496"/>
            <a:ext cx="11017251" cy="1506539"/>
          </a:xfrm>
        </p:spPr>
        <p:txBody>
          <a:bodyPr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29D4B-20DA-C5A9-370C-5C556DC7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3F1A-779F-4295-3160-E943DBC0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B5DA27-BB16-B9F4-85C4-631F0EEA3E9C}"/>
              </a:ext>
            </a:extLst>
          </p:cNvPr>
          <p:cNvCxnSpPr>
            <a:cxnSpLocks/>
          </p:cNvCxnSpPr>
          <p:nvPr userDrawn="1"/>
        </p:nvCxnSpPr>
        <p:spPr>
          <a:xfrm>
            <a:off x="4838700" y="3674108"/>
            <a:ext cx="2514600" cy="0"/>
          </a:xfrm>
          <a:prstGeom prst="lin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499236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304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9891D10-07D3-9C65-FA70-CF2C5F1F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0526277B-2EEA-8E82-3C3A-35476B48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A42FA-EFE6-C034-870A-1CE707B4746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596253" y="2154230"/>
            <a:ext cx="5280025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8328545-29FD-64B1-DAA2-767656209CEA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96253" y="3201453"/>
            <a:ext cx="5280025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7F8862D-3B84-A6AB-F773-77B0DA99B7B0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596253" y="4248676"/>
            <a:ext cx="5280025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DC533CD-28B4-B67D-8057-E13A26F127E2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596253" y="5295900"/>
            <a:ext cx="5280025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2D241A5-975C-C79A-C5BD-100B07B804FB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6324600" y="2154230"/>
            <a:ext cx="5280025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9BD7E3F-A46D-6B36-99FA-627487256B23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6324600" y="3201453"/>
            <a:ext cx="5280025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6E22C83-742B-C986-AF69-B2402A8854A1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6324600" y="4248676"/>
            <a:ext cx="5280025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306CE099-EE76-778A-3C6E-3FFD1BA31288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6324600" y="5295900"/>
            <a:ext cx="5280025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1543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08373" cy="1011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EA2C811-2433-C4B8-E818-972740C4960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6252" y="4248676"/>
            <a:ext cx="11008373" cy="202512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9891D10-07D3-9C65-FA70-CF2C5F1F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0526277B-2EEA-8E82-3C3A-35476B48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A42FA-EFE6-C034-870A-1CE707B4746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587375" y="1766920"/>
            <a:ext cx="5316618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8328545-29FD-64B1-DAA2-767656209CEA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87375" y="2814143"/>
            <a:ext cx="5316618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7F8862D-3B84-A6AB-F773-77B0DA99B7B0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6279130" y="1766920"/>
            <a:ext cx="5316618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DC533CD-28B4-B67D-8057-E13A26F127E2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279130" y="2814144"/>
            <a:ext cx="5316618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4511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5280025" cy="1304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EA2C811-2433-C4B8-E818-972740C4960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6253" y="2154230"/>
            <a:ext cx="5280025" cy="384988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9891D10-07D3-9C65-FA70-CF2C5F1F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0526277B-2EEA-8E82-3C3A-35476B48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A42FA-EFE6-C034-870A-1CE707B4746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327775" y="584200"/>
            <a:ext cx="5280025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003D9B7-D1D4-E5ED-8DBC-CBB28B215442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327775" y="1728192"/>
            <a:ext cx="5280025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FEB1025-F086-BAC7-8425-8CA2F47D92CC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6327775" y="2872184"/>
            <a:ext cx="5280025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6C508F5-7198-9369-ADD1-68C5E7F19C10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6327775" y="4016176"/>
            <a:ext cx="5280025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B7869F0-1268-9713-C9F6-B13589781976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6327775" y="5160168"/>
            <a:ext cx="5280025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69181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537494" y="2709068"/>
            <a:ext cx="5689600" cy="14398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9891D10-07D3-9C65-FA70-CF2C5F1F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0526277B-2EEA-8E82-3C3A-35476B48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A42FA-EFE6-C034-870A-1CE707B4746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3063241" y="584200"/>
            <a:ext cx="8544560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003D9B7-D1D4-E5ED-8DBC-CBB28B215442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063241" y="1728192"/>
            <a:ext cx="8544560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FEB1025-F086-BAC7-8425-8CA2F47D92CC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3063241" y="2872184"/>
            <a:ext cx="8544560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6C508F5-7198-9369-ADD1-68C5E7F19C10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3063241" y="4016176"/>
            <a:ext cx="8544560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B7869F0-1268-9713-C9F6-B13589781976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063241" y="5160168"/>
            <a:ext cx="8544560" cy="8439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65675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304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9891D10-07D3-9C65-FA70-CF2C5F1F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0526277B-2EEA-8E82-3C3A-35476B48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A42FA-EFE6-C034-870A-1CE707B4746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584200" y="2324100"/>
            <a:ext cx="2142672" cy="35204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003D9B7-D1D4-E5ED-8DBC-CBB28B215442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2804432" y="2324100"/>
            <a:ext cx="2142672" cy="35204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FEB1025-F086-BAC7-8425-8CA2F47D92CC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024664" y="2324100"/>
            <a:ext cx="2142672" cy="35204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6C508F5-7198-9369-ADD1-68C5E7F19C10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7244896" y="2324100"/>
            <a:ext cx="2142672" cy="35204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B7869F0-1268-9713-C9F6-B13589781976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465128" y="2324100"/>
            <a:ext cx="2142672" cy="35204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35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2776703"/>
            <a:ext cx="4498974" cy="1304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9891D10-07D3-9C65-FA70-CF2C5F1F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0526277B-2EEA-8E82-3C3A-35476B48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FBC4A-C75D-3A77-6B3D-9B7621C63D8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812162"/>
            <a:ext cx="5507976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Website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5BCD9-D1B6-2D39-2D40-4232E3A0F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0" y="1423709"/>
            <a:ext cx="5507976" cy="5938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A3CD123-2408-13A8-4C27-14BD1D6799F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096000" y="2157536"/>
            <a:ext cx="5507976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CFAA033-DBCF-9919-E842-C9E6DEB9AF89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096000" y="2769083"/>
            <a:ext cx="5507976" cy="5938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F6CE122-2CA6-486B-E51E-BA273C23E41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96000" y="3502910"/>
            <a:ext cx="5507976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Phone Number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9853DEC-CEBC-414C-D750-359D4D51372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096000" y="4114457"/>
            <a:ext cx="5507976" cy="5938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D322DB3-852D-F6BF-CCA5-CDF8FEC759E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096000" y="4848284"/>
            <a:ext cx="5507976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Location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A26B0CF-21ED-BB2A-84FB-F68DABEF4CA5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6096000" y="5459831"/>
            <a:ext cx="5507976" cy="5938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451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2776703"/>
            <a:ext cx="4498974" cy="1304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9891D10-07D3-9C65-FA70-CF2C5F1F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0526277B-2EEA-8E82-3C3A-35476B48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DC9495-2F6E-B826-4F40-33F7EA88A0D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839091" y="1491191"/>
            <a:ext cx="513817" cy="513817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0F117D-C60F-431A-751E-DCCFB266CC8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25570" y="2569349"/>
            <a:ext cx="540860" cy="594946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E013847-247B-A661-803F-F4D69F96284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825911" y="3715116"/>
            <a:ext cx="539842" cy="541115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167BB6C-FAAB-2084-ABDD-63B347B89C4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954486" y="4874403"/>
            <a:ext cx="283026" cy="459731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18D4326-8CE5-A82E-57C0-87A149E83D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2679" y="1376535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38CA818-D811-EAC7-0BB3-51FD168672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72679" y="2571746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307057-D4CD-ACEB-42E4-ACD899C4B68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72679" y="3538996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CCDABE12-16EC-A6BB-97CB-840BD6C5528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72679" y="4730643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44568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4A77-C0EC-E90C-087A-E71757299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375" y="984435"/>
            <a:ext cx="11017249" cy="2636834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AB453-76B0-1DBA-9EE3-645CA9804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373" y="3726045"/>
            <a:ext cx="11017251" cy="1506539"/>
          </a:xfrm>
        </p:spPr>
        <p:txBody>
          <a:bodyPr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29D4B-20DA-C5A9-370C-5C556DC7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3F1A-779F-4295-3160-E943DBC0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191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4A77-C0EC-E90C-087A-E71757299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375" y="584200"/>
            <a:ext cx="11017249" cy="1689892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AB453-76B0-1DBA-9EE3-645CA9804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373" y="2378869"/>
            <a:ext cx="11017251" cy="773272"/>
          </a:xfrm>
        </p:spPr>
        <p:txBody>
          <a:bodyPr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29D4B-20DA-C5A9-370C-5C556DC7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3F1A-779F-4295-3160-E943DBC0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140A5AD0-664C-5D53-8FD9-3CC500CCDCB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87373" y="3429000"/>
            <a:ext cx="11017250" cy="28448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048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4A77-C0EC-E90C-087A-E71757299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7239" y="3429000"/>
            <a:ext cx="9577386" cy="1689892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AB453-76B0-1DBA-9EE3-645CA9804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7237" y="5223669"/>
            <a:ext cx="9577387" cy="773272"/>
          </a:xfrm>
        </p:spPr>
        <p:txBody>
          <a:bodyPr anchor="t">
            <a:noAutofit/>
          </a:bodyPr>
          <a:lstStyle>
            <a:lvl1pPr marL="0" indent="0" algn="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29D4B-20DA-C5A9-370C-5C556DC7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3F1A-779F-4295-3160-E943DBC0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87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584200"/>
            <a:ext cx="11020425" cy="10098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9276F28-A527-C906-EE7C-5440E0C56B8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7375" y="1887941"/>
            <a:ext cx="4091939" cy="4091939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325FB-E0FE-AAA4-853C-618899B581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6816" y="1887941"/>
            <a:ext cx="6497809" cy="36512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210CD-96D1-D9FB-6DF0-62266CCB6FF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106816" y="2270774"/>
            <a:ext cx="6497809" cy="36512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E6CA186E-8D8D-2A8E-0CFA-EE31C580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120E028-782C-0B13-06CD-8D4BDAD5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6DE9B94-12CB-0950-63FB-1636FD53CA4F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5106816" y="2658672"/>
            <a:ext cx="6497809" cy="3321208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9902740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584200"/>
            <a:ext cx="11020425" cy="10098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9276F28-A527-C906-EE7C-5440E0C56B8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66800" y="2115786"/>
            <a:ext cx="2673352" cy="2673352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24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325FB-E0FE-AAA4-853C-618899B581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8197" y="5004078"/>
            <a:ext cx="3108174" cy="36512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210CD-96D1-D9FB-6DF0-62266CCB6FF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68197" y="5386911"/>
            <a:ext cx="3108174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E6CA186E-8D8D-2A8E-0CFA-EE31C580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120E028-782C-0B13-06CD-8D4BDAD5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0972DEC3-5C8D-E8B8-87D4-22F64A1BCA5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59324" y="2115786"/>
            <a:ext cx="2673352" cy="2673352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24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53819E4-00B9-C068-9A20-64CD94173FD5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60721" y="5004078"/>
            <a:ext cx="3108174" cy="36512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517833-6A32-29B9-4706-F697CE66FD47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560721" y="5386911"/>
            <a:ext cx="3108174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C55E6FEF-D86D-A766-3CC4-075D575C8FE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451848" y="2115786"/>
            <a:ext cx="2673352" cy="2673352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24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5373081-3434-B6C7-5E66-EDD9A3202C9F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3245" y="5004078"/>
            <a:ext cx="3108174" cy="36512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658242A-6800-F5D8-2840-D9CCBD35478C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8253245" y="5386911"/>
            <a:ext cx="3108174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12709921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584200"/>
            <a:ext cx="11020425" cy="10098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9276F28-A527-C906-EE7C-5440E0C56B8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1816" y="2282792"/>
            <a:ext cx="2339340" cy="2339340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24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325FB-E0FE-AAA4-853C-618899B581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2515" y="4837072"/>
            <a:ext cx="2537943" cy="36512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210CD-96D1-D9FB-6DF0-62266CCB6FF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92515" y="5219905"/>
            <a:ext cx="2537943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E6CA186E-8D8D-2A8E-0CFA-EE31C580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120E028-782C-0B13-06CD-8D4BDAD5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Picture Placeholder 23">
            <a:extLst>
              <a:ext uri="{FF2B5EF4-FFF2-40B4-BE49-F238E27FC236}">
                <a16:creationId xmlns:a16="http://schemas.microsoft.com/office/drawing/2014/main" id="{D8C65D87-DD3C-5E5F-1490-52B8828D500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16538" y="2282792"/>
            <a:ext cx="2339340" cy="2339340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24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C383B47-F3C5-8E97-9DDD-C529E7A5D5E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417237" y="4837072"/>
            <a:ext cx="2537943" cy="36512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4CE8619-7A16-4B7A-AECD-4CE16F10B6FB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17237" y="5219905"/>
            <a:ext cx="2537943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A114BE44-7932-469E-6CBD-85A033EAAA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41260" y="2282792"/>
            <a:ext cx="2339340" cy="2339340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24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50F0742-A8D1-8CAA-04AA-001DD1F085D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41959" y="4837072"/>
            <a:ext cx="2537943" cy="36512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E5199DD-30F4-6A37-1564-E5E8D5EBFC7E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6241959" y="5219905"/>
            <a:ext cx="2537943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14D53322-09F2-0402-7091-9B95FE7A094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5982" y="2282792"/>
            <a:ext cx="2339340" cy="2339340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24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D4BBC04-3B28-1514-8992-0F91CEDBBCF8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066681" y="4837072"/>
            <a:ext cx="2537943" cy="36512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78952FF-A476-7F6A-E26E-DEA04D26C229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9066681" y="5219905"/>
            <a:ext cx="2537943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2376400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584200"/>
            <a:ext cx="11020425" cy="10098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9276F28-A527-C906-EE7C-5440E0C56B8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3576" y="1768396"/>
            <a:ext cx="3321208" cy="3321208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325FB-E0FE-AAA4-853C-618899B581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2798" y="5263978"/>
            <a:ext cx="2962764" cy="36512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210CD-96D1-D9FB-6DF0-62266CCB6FF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2798" y="5646811"/>
            <a:ext cx="2962764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E6CA186E-8D8D-2A8E-0CFA-EE31C580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120E028-782C-0B13-06CD-8D4BDAD5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681DC474-0DF3-B692-252D-3A80B112753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23059" y="1768396"/>
            <a:ext cx="1345733" cy="1345733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16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1BF4EFB-2CCF-1886-EEF4-7D153F6221B5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822771" y="3259867"/>
            <a:ext cx="1946308" cy="26058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693DD-3EA2-4EE1-DA6A-8227FBFF7BB7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822771" y="3538156"/>
            <a:ext cx="1946308" cy="26058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34434CF5-4054-E2C7-E562-F8E97DB095A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23059" y="3981593"/>
            <a:ext cx="1345733" cy="1345733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16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07179AA-3B10-ABF5-ADD7-3A28F15EDBFA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822771" y="5473064"/>
            <a:ext cx="1946308" cy="26058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1D60372-84D3-7301-082D-CD7CE78B2A67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4822771" y="5751353"/>
            <a:ext cx="1946308" cy="26058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5" name="Picture Placeholder 23">
            <a:extLst>
              <a:ext uri="{FF2B5EF4-FFF2-40B4-BE49-F238E27FC236}">
                <a16:creationId xmlns:a16="http://schemas.microsoft.com/office/drawing/2014/main" id="{7A5B6D91-A96D-897F-2F69-44E78E22DE0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540832" y="1768396"/>
            <a:ext cx="1345733" cy="1345733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16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571B0F7-CBCB-0A21-BA08-8DF8F86D768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7240544" y="3259867"/>
            <a:ext cx="1946308" cy="26058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71E0E288-02CD-DE9D-D580-AEDE0A1A10DC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7240544" y="3538156"/>
            <a:ext cx="1946308" cy="26058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3ED28DD0-3E07-04C1-7DD1-2BE5E828AB7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540832" y="3981593"/>
            <a:ext cx="1345733" cy="1345733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16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1AC487FD-8B75-600E-D2F7-78BDAE71F77B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7240544" y="5473064"/>
            <a:ext cx="1946308" cy="26058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18093BE-47ED-F7C7-4635-1ACEFFDC95A4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7240544" y="5751353"/>
            <a:ext cx="1946308" cy="26058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CDA9E48C-6098-EF2E-B3BC-7E5E6B87D11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958605" y="1768396"/>
            <a:ext cx="1345733" cy="1345733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16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8AD7C014-CD9C-DF42-A8ED-D8C3E9217339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9658317" y="3259867"/>
            <a:ext cx="1946308" cy="26058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2FD53D40-1814-528A-BAAD-D15B2AAC2C79}"/>
              </a:ext>
            </a:extLst>
          </p:cNvPr>
          <p:cNvSpPr>
            <a:spLocks noGrp="1"/>
          </p:cNvSpPr>
          <p:nvPr>
            <p:ph type="body" sz="half" idx="32" hasCustomPrompt="1"/>
          </p:nvPr>
        </p:nvSpPr>
        <p:spPr>
          <a:xfrm>
            <a:off x="9658317" y="3538156"/>
            <a:ext cx="1946308" cy="26058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E235D0B1-6B81-C6D6-9083-3D4B77AF9D0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958605" y="3981593"/>
            <a:ext cx="1345733" cy="1345733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16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9B60513-6684-45F0-D2DF-5F19720DC48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9658317" y="5473064"/>
            <a:ext cx="1946308" cy="26058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E2FEC5D9-6156-0850-9C4A-EFABBBB48054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9658317" y="5751353"/>
            <a:ext cx="1946308" cy="26058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31235182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584200"/>
            <a:ext cx="11020425" cy="10098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E6CA186E-8D8D-2A8E-0CFA-EE31C580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120E028-782C-0B13-06CD-8D4BDAD5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1ED5B95-48AB-A7B4-616B-E161CE6BF2F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87375" y="1765300"/>
            <a:ext cx="11017250" cy="4338320"/>
          </a:xfrm>
        </p:spPr>
        <p:txBody>
          <a:bodyPr/>
          <a:lstStyle>
            <a:lvl1pPr>
              <a:buClr>
                <a:schemeClr val="tx1"/>
              </a:buClr>
              <a:defRPr sz="18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400"/>
            </a:lvl3pPr>
            <a:lvl4pPr>
              <a:buClr>
                <a:schemeClr val="tx1"/>
              </a:buClr>
              <a:defRPr sz="1200"/>
            </a:lvl4pPr>
            <a:lvl5pPr>
              <a:buClr>
                <a:schemeClr val="tx1"/>
              </a:buCl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94794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2673350"/>
            <a:ext cx="4429761" cy="1511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E6CA186E-8D8D-2A8E-0CFA-EE31C580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120E028-782C-0B13-06CD-8D4BDAD5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E9E5A19-4922-8873-999D-856AD72F3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9759" y="2079510"/>
            <a:ext cx="5904865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753A679-FB92-F378-16D8-52B0EFDA4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99759" y="2691057"/>
            <a:ext cx="5904865" cy="2179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3297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BA198D21-2409-AA26-2882-9757585EE7C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608736" y="1603545"/>
            <a:ext cx="3650910" cy="3650910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6F8CAE4-6EE8-A1E2-5B46-56CC0AF80B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879E2F-79B4-EBD6-54C0-63B169C2C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584200"/>
            <a:ext cx="6666863" cy="1602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1D0DF8C-8C9B-C4B9-2074-FF3FAE5B7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6" y="2817453"/>
            <a:ext cx="66672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9606CDC-68D2-05D8-FB6A-85043B8BC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7376" y="3429000"/>
            <a:ext cx="6667200" cy="2179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01D11D6-8418-FFC0-4DA8-26F715BE3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49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BA198D21-2409-AA26-2882-9757585EE7C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7375" y="996547"/>
            <a:ext cx="4864906" cy="4864906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6F8CAE4-6EE8-A1E2-5B46-56CC0AF80B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879E2F-79B4-EBD6-54C0-63B169C2C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84200"/>
            <a:ext cx="5505111" cy="1602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1D0DF8C-8C9B-C4B9-2074-FF3FAE5B7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235" y="2817453"/>
            <a:ext cx="5505389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9606CDC-68D2-05D8-FB6A-85043B8BC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9235" y="3429000"/>
            <a:ext cx="5505389" cy="2179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01D11D6-8418-FFC0-4DA8-26F715BE3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586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584200"/>
            <a:ext cx="7527925" cy="16013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0E62854-8907-73BD-59A7-EE3EE61931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10" name="Picture Placeholder 23">
            <a:extLst>
              <a:ext uri="{FF2B5EF4-FFF2-40B4-BE49-F238E27FC236}">
                <a16:creationId xmlns:a16="http://schemas.microsoft.com/office/drawing/2014/main" id="{F9F437E4-7C18-BF17-47F5-2EDA8CF339F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12124" y="2185521"/>
            <a:ext cx="3495675" cy="3495675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2A0C1C-31B1-AEB2-2748-2F30E2B0A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6" y="2817453"/>
            <a:ext cx="34920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AB6C3C4-B76E-CA92-241E-A2CB4313B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7376" y="3429000"/>
            <a:ext cx="3492000" cy="19126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6CDBBC8-929C-7ED3-EE9E-D5E1C642616B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4349750" y="2817453"/>
            <a:ext cx="34920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18A0376-AB62-65BA-455A-9FD62E18CEB3}"/>
              </a:ext>
            </a:extLst>
          </p:cNvPr>
          <p:cNvSpPr>
            <a:spLocks noGrp="1"/>
          </p:cNvSpPr>
          <p:nvPr>
            <p:ph type="body" sz="half" idx="28"/>
          </p:nvPr>
        </p:nvSpPr>
        <p:spPr>
          <a:xfrm>
            <a:off x="4349750" y="3429000"/>
            <a:ext cx="3492000" cy="19126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1DCF2FF-46EE-9856-8998-34A56447F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649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584200"/>
            <a:ext cx="11020426" cy="16013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0E62854-8907-73BD-59A7-EE3EE61931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10" name="Picture Placeholder 23">
            <a:extLst>
              <a:ext uri="{FF2B5EF4-FFF2-40B4-BE49-F238E27FC236}">
                <a16:creationId xmlns:a16="http://schemas.microsoft.com/office/drawing/2014/main" id="{F9F437E4-7C18-BF17-47F5-2EDA8CF339F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48163" y="2481823"/>
            <a:ext cx="3495675" cy="3495675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2A0C1C-31B1-AEB2-2748-2F30E2B0A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6" y="2817453"/>
            <a:ext cx="34920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AB6C3C4-B76E-CA92-241E-A2CB4313B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7376" y="3429000"/>
            <a:ext cx="3492000" cy="19126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6CDBBC8-929C-7ED3-EE9E-D5E1C642616B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112625" y="2817453"/>
            <a:ext cx="3492000" cy="593840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18A0376-AB62-65BA-455A-9FD62E18CEB3}"/>
              </a:ext>
            </a:extLst>
          </p:cNvPr>
          <p:cNvSpPr>
            <a:spLocks noGrp="1"/>
          </p:cNvSpPr>
          <p:nvPr>
            <p:ph type="body" sz="half" idx="28"/>
          </p:nvPr>
        </p:nvSpPr>
        <p:spPr>
          <a:xfrm>
            <a:off x="8112625" y="3429000"/>
            <a:ext cx="3492000" cy="1912620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1DCF2FF-46EE-9856-8998-34A56447F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290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584200"/>
            <a:ext cx="11020425" cy="10098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9276F28-A527-C906-EE7C-5440E0C56B8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1" y="2126063"/>
            <a:ext cx="3650910" cy="3650910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325FB-E0FE-AAA4-853C-618899B58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4376" y="1764662"/>
            <a:ext cx="69696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210CD-96D1-D9FB-6DF0-62266CCB6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34376" y="2376209"/>
            <a:ext cx="6969600" cy="7029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647425D-A5FF-F72A-0301-E4BF323EA5B0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5221176" y="3357678"/>
            <a:ext cx="63828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479EF3F-EDA1-15EE-3C56-5A28019DE750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5221176" y="3969225"/>
            <a:ext cx="6382800" cy="7029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F180E86-39A7-1A34-1BA7-6E3F32513570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634376" y="4950694"/>
            <a:ext cx="69696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486F536-8EAA-DAB9-44DD-12C397BBB00B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634376" y="5562241"/>
            <a:ext cx="6969600" cy="7029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E6CA186E-8D8D-2A8E-0CFA-EE31C580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120E028-782C-0B13-06CD-8D4BDAD5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219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EA2C811-2433-C4B8-E818-972740C4960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87373" y="4385006"/>
            <a:ext cx="11017250" cy="188879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2E32BB8-C7CF-4066-9A74-2ED161AC0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6" y="1879155"/>
            <a:ext cx="34920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4E571DE-AB73-7D46-0296-95185DC2B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7376" y="2490702"/>
            <a:ext cx="3492000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E486058-7605-EF4E-FA2C-EB44D2CB9183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4349750" y="1879155"/>
            <a:ext cx="34920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0DA8F30-C707-E55C-9116-1F4EF07E8E79}"/>
              </a:ext>
            </a:extLst>
          </p:cNvPr>
          <p:cNvSpPr>
            <a:spLocks noGrp="1"/>
          </p:cNvSpPr>
          <p:nvPr>
            <p:ph type="body" sz="half" idx="28"/>
          </p:nvPr>
        </p:nvSpPr>
        <p:spPr>
          <a:xfrm>
            <a:off x="4349750" y="2490702"/>
            <a:ext cx="3492000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26BB6F4-E871-3145-1DD3-0060ECC300DA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8112124" y="1879155"/>
            <a:ext cx="34920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152CCD-972B-549B-ECFA-D6C997C9DD05}"/>
              </a:ext>
            </a:extLst>
          </p:cNvPr>
          <p:cNvSpPr>
            <a:spLocks noGrp="1"/>
          </p:cNvSpPr>
          <p:nvPr>
            <p:ph type="body" sz="half" idx="30"/>
          </p:nvPr>
        </p:nvSpPr>
        <p:spPr>
          <a:xfrm>
            <a:off x="8112124" y="2490702"/>
            <a:ext cx="3492000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9891D10-07D3-9C65-FA70-CF2C5F1F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0526277B-2EEA-8E82-3C3A-35476B48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335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584200"/>
            <a:ext cx="11020425" cy="10098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9276F28-A527-C906-EE7C-5440E0C56B8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46628" y="2126063"/>
            <a:ext cx="3650910" cy="3650910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325FB-E0FE-AAA4-853C-618899B58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462" y="1764662"/>
            <a:ext cx="68400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210CD-96D1-D9FB-6DF0-62266CCB6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4462" y="2376209"/>
            <a:ext cx="6840000" cy="7029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647425D-A5FF-F72A-0301-E4BF323EA5B0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314462" y="3357678"/>
            <a:ext cx="61200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479EF3F-EDA1-15EE-3C56-5A28019DE750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1314462" y="3969225"/>
            <a:ext cx="6120000" cy="7029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F180E86-39A7-1A34-1BA7-6E3F32513570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2034462" y="4950694"/>
            <a:ext cx="54000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486F536-8EAA-DAB9-44DD-12C397BBB00B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2034462" y="5562241"/>
            <a:ext cx="5400000" cy="7029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E6CA186E-8D8D-2A8E-0CFA-EE31C580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DE161-FFD0-44AD-447E-0C89B69A4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865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1C98F61-9164-7CDA-F0A4-B90327F23F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5999" y="3713162"/>
            <a:ext cx="5508625" cy="227647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D078A8B-F6E2-D638-7C7F-5E7A4E51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B6880D8-1895-37F5-23D6-63A9DB27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B320401-2773-244F-6176-54B331CC4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6" y="1879155"/>
            <a:ext cx="4079876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B7C93EF-3B72-5F70-ED01-815D7BB57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7376" y="2490702"/>
            <a:ext cx="4079876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4793E64-F452-3C1F-ACEB-E9CE4C39EE67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87375" y="3713162"/>
            <a:ext cx="4079876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88CE2FF4-0D2B-30EF-56E4-A3732DEFA973}"/>
              </a:ext>
            </a:extLst>
          </p:cNvPr>
          <p:cNvSpPr>
            <a:spLocks noGrp="1"/>
          </p:cNvSpPr>
          <p:nvPr>
            <p:ph type="body" sz="half" idx="28"/>
          </p:nvPr>
        </p:nvSpPr>
        <p:spPr>
          <a:xfrm>
            <a:off x="587375" y="4324709"/>
            <a:ext cx="4079876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3A6AADD-2101-7A3B-7A3D-CA8E7F165FC0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6096000" y="1879155"/>
            <a:ext cx="4079876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42A98727-9E50-EA55-794C-79E9B981A3E5}"/>
              </a:ext>
            </a:extLst>
          </p:cNvPr>
          <p:cNvSpPr>
            <a:spLocks noGrp="1"/>
          </p:cNvSpPr>
          <p:nvPr>
            <p:ph type="body" sz="half" idx="30"/>
          </p:nvPr>
        </p:nvSpPr>
        <p:spPr>
          <a:xfrm>
            <a:off x="6096000" y="2490702"/>
            <a:ext cx="4079876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B8B34A71-CCA2-BEE6-536B-BBC8A9309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24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BB6EDE2-F53E-7B97-FF80-7764EECA4CC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5188" y="0"/>
            <a:ext cx="3706812" cy="68580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082A141-076C-8878-C26A-D64E150B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07A4BF5-0B29-B270-1360-F4FBBF262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25E92FF-F017-C0B5-39CC-A4154B77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75247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DDAD459-D110-28DF-D911-E6CB20834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6" y="1879155"/>
            <a:ext cx="3492499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56D18364-5F5F-0B0D-FEE5-C3B5CF8BB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7376" y="2490702"/>
            <a:ext cx="3492499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5D69362-3E0D-C12A-9E33-DDB23CB2CB37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87375" y="3713162"/>
            <a:ext cx="752475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4262E33F-977E-24E9-014D-647BDA290D31}"/>
              </a:ext>
            </a:extLst>
          </p:cNvPr>
          <p:cNvSpPr>
            <a:spLocks noGrp="1"/>
          </p:cNvSpPr>
          <p:nvPr>
            <p:ph type="body" sz="half" idx="28"/>
          </p:nvPr>
        </p:nvSpPr>
        <p:spPr>
          <a:xfrm>
            <a:off x="587375" y="4324709"/>
            <a:ext cx="7524750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A9E2F63-1743-C025-2E6A-0D7005441490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619626" y="1879155"/>
            <a:ext cx="3492499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276A2AC-58BD-56E4-3668-05B9F89EE385}"/>
              </a:ext>
            </a:extLst>
          </p:cNvPr>
          <p:cNvSpPr>
            <a:spLocks noGrp="1"/>
          </p:cNvSpPr>
          <p:nvPr>
            <p:ph type="body" sz="half" idx="30"/>
          </p:nvPr>
        </p:nvSpPr>
        <p:spPr>
          <a:xfrm>
            <a:off x="4619626" y="2490702"/>
            <a:ext cx="3492499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66216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D078A8B-F6E2-D638-7C7F-5E7A4E51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B6880D8-1895-37F5-23D6-63A9DB27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B320401-2773-244F-6176-54B331CC4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879155"/>
            <a:ext cx="4744383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B7C93EF-3B72-5F70-ED01-815D7BB57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7375" y="2490701"/>
            <a:ext cx="4744383" cy="127724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4793E64-F452-3C1F-ACEB-E9CE4C39EE67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87374" y="4099874"/>
            <a:ext cx="4744383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88CE2FF4-0D2B-30EF-56E4-A3732DEFA973}"/>
              </a:ext>
            </a:extLst>
          </p:cNvPr>
          <p:cNvSpPr>
            <a:spLocks noGrp="1"/>
          </p:cNvSpPr>
          <p:nvPr>
            <p:ph type="body" sz="half" idx="28"/>
          </p:nvPr>
        </p:nvSpPr>
        <p:spPr>
          <a:xfrm>
            <a:off x="587374" y="4711420"/>
            <a:ext cx="4744383" cy="127724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3A6AADD-2101-7A3B-7A3D-CA8E7F165FC0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6860244" y="1879155"/>
            <a:ext cx="4744383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42A98727-9E50-EA55-794C-79E9B981A3E5}"/>
              </a:ext>
            </a:extLst>
          </p:cNvPr>
          <p:cNvSpPr>
            <a:spLocks noGrp="1"/>
          </p:cNvSpPr>
          <p:nvPr>
            <p:ph type="body" sz="half" idx="30"/>
          </p:nvPr>
        </p:nvSpPr>
        <p:spPr>
          <a:xfrm>
            <a:off x="6860244" y="2490701"/>
            <a:ext cx="4744383" cy="127724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B8B34A71-CCA2-BEE6-536B-BBC8A9309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C339FA3-A537-40B5-E911-6FDE5B9C44E2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860244" y="4099874"/>
            <a:ext cx="4744383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9BB889-7392-57D4-D322-613C43618EED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6860244" y="4711420"/>
            <a:ext cx="4744383" cy="127724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37531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D078A8B-F6E2-D638-7C7F-5E7A4E51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B6880D8-1895-37F5-23D6-63A9DB27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B320401-2773-244F-6176-54B331CC4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71735"/>
            <a:ext cx="6880225" cy="33426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B7C93EF-3B72-5F70-ED01-815D7BB57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7375" y="2123706"/>
            <a:ext cx="6880225" cy="60053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B8B34A71-CCA2-BEE6-536B-BBC8A9309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Picture Placeholder 23">
            <a:extLst>
              <a:ext uri="{FF2B5EF4-FFF2-40B4-BE49-F238E27FC236}">
                <a16:creationId xmlns:a16="http://schemas.microsoft.com/office/drawing/2014/main" id="{2D275BDD-4DBA-A6DD-C6F1-46EE0D0B3C1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842250" y="2084618"/>
            <a:ext cx="3733800" cy="3733800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59F8020-DA23-70B9-EA29-240412A7ECF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87375" y="2895685"/>
            <a:ext cx="6880225" cy="33426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C696DB4-D68E-D81A-D90C-D7B5F8A95A6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587375" y="3247656"/>
            <a:ext cx="6880225" cy="60053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D76F870-5EBA-331A-415D-0AF8B655E1D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87375" y="4019635"/>
            <a:ext cx="6880225" cy="33426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57DDA4A-5C21-D4C6-C4CF-3785C8A6DF9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587375" y="4371606"/>
            <a:ext cx="6880225" cy="60053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5A44566-C4EA-0C5C-D481-8960550E1BFE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587375" y="5143585"/>
            <a:ext cx="6880225" cy="33426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5CD418F-10CB-472F-885A-921CCA6D3982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587375" y="5495556"/>
            <a:ext cx="6880225" cy="60053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54695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46DDED33-F951-92DC-9C06-63695619BBD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82671" y="2821747"/>
            <a:ext cx="11026658" cy="3452053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E48233E-B05B-E911-700E-801B929678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6" y="1786008"/>
            <a:ext cx="11021774" cy="843753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>
              <a:buNone/>
              <a:defRPr lang="en-US" sz="1600" dirty="0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Master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07825A-4F6A-46EF-6A3E-1305A271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87670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D37CDB10-DA5D-1EE9-AE4F-F25CCBAE25B0}"/>
              </a:ext>
            </a:extLst>
          </p:cNvPr>
          <p:cNvSpPr/>
          <p:nvPr userDrawn="1"/>
        </p:nvSpPr>
        <p:spPr>
          <a:xfrm>
            <a:off x="5426481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6A04D99-E55F-8218-8755-379F80E7EB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6481" y="2269763"/>
            <a:ext cx="1269190" cy="1269190"/>
          </a:xfrm>
          <a:prstGeom prst="arc">
            <a:avLst>
              <a:gd name="adj1" fmla="val 16200000"/>
              <a:gd name="adj2" fmla="val 7688571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D337958-8F07-5AAF-7888-FB7F0004A57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55757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3555AA1C-1C5A-333A-24F5-C6F1995B425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8976" y="2341426"/>
            <a:ext cx="3402000" cy="3402000"/>
          </a:xfrm>
          <a:prstGeom prst="ellipse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6A7009B-5CEF-9E5B-41EF-D64A23885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9276" y="4041330"/>
            <a:ext cx="34036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A00F300-C9A6-1B48-F5C7-5B997E2D2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9276" y="4652877"/>
            <a:ext cx="3403600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74B50C6-351B-C1BE-159C-DB00B9D71BBB}"/>
              </a:ext>
            </a:extLst>
          </p:cNvPr>
          <p:cNvSpPr/>
          <p:nvPr userDrawn="1"/>
        </p:nvSpPr>
        <p:spPr>
          <a:xfrm>
            <a:off x="9268230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50BD340-3358-114D-F9B2-BA8D434F3F9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68230" y="2269763"/>
            <a:ext cx="1269190" cy="1269190"/>
          </a:xfrm>
          <a:prstGeom prst="arc">
            <a:avLst>
              <a:gd name="adj1" fmla="val 16200000"/>
              <a:gd name="adj2" fmla="val 7688571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24C9EAC-F4A6-F017-58BB-24D0DE7E08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97506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F8AE3EF-BACD-2095-F8CA-A23394C16314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8201025" y="4041330"/>
            <a:ext cx="34036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F7EB194-68D7-E2D1-B894-1CD25C8E0605}"/>
              </a:ext>
            </a:extLst>
          </p:cNvPr>
          <p:cNvSpPr>
            <a:spLocks noGrp="1"/>
          </p:cNvSpPr>
          <p:nvPr>
            <p:ph type="body" sz="half" idx="39"/>
          </p:nvPr>
        </p:nvSpPr>
        <p:spPr>
          <a:xfrm>
            <a:off x="8201025" y="4652877"/>
            <a:ext cx="3403600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9201CD7-F808-7DDA-E112-6449FC63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6777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DF4F7248-3854-B931-4444-19EEE02B00CD}"/>
              </a:ext>
            </a:extLst>
          </p:cNvPr>
          <p:cNvSpPr/>
          <p:nvPr userDrawn="1"/>
        </p:nvSpPr>
        <p:spPr>
          <a:xfrm>
            <a:off x="9268230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7D848137-A41B-7C9D-8685-263960E4548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68230" y="2269763"/>
            <a:ext cx="1269190" cy="1269190"/>
          </a:xfrm>
          <a:prstGeom prst="arc">
            <a:avLst>
              <a:gd name="adj1" fmla="val 16200000"/>
              <a:gd name="adj2" fmla="val 7688571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E5E2F548-3562-E967-9CC9-B8D6AAF3647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97506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DBC89F50-0E1C-9666-270A-5821F072F6F8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8201025" y="4041330"/>
            <a:ext cx="34036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DF704A8E-F70A-31CC-2D63-38E88E6FE664}"/>
              </a:ext>
            </a:extLst>
          </p:cNvPr>
          <p:cNvSpPr>
            <a:spLocks noGrp="1"/>
          </p:cNvSpPr>
          <p:nvPr>
            <p:ph type="body" sz="half" idx="39"/>
          </p:nvPr>
        </p:nvSpPr>
        <p:spPr>
          <a:xfrm>
            <a:off x="8201025" y="4652877"/>
            <a:ext cx="3403600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70B494ED-4B78-36E5-CAF5-7A9066077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62DCE11-CDA0-2BE2-EA24-A14D98997003}"/>
              </a:ext>
            </a:extLst>
          </p:cNvPr>
          <p:cNvSpPr/>
          <p:nvPr userDrawn="1"/>
        </p:nvSpPr>
        <p:spPr>
          <a:xfrm>
            <a:off x="5461405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67C6DFBB-C159-B06A-6335-87C1616CC8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61405" y="2269763"/>
            <a:ext cx="1269190" cy="1269190"/>
          </a:xfrm>
          <a:prstGeom prst="arc">
            <a:avLst>
              <a:gd name="adj1" fmla="val 16200000"/>
              <a:gd name="adj2" fmla="val 7688571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79DDC865-18C6-B71A-10BB-0EC77BE3EE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90681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5560CE3-BC94-3E0D-6539-5F5741199B48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4394200" y="4041330"/>
            <a:ext cx="34036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CC374E6B-B203-0DB3-A6BD-6985A34BF264}"/>
              </a:ext>
            </a:extLst>
          </p:cNvPr>
          <p:cNvSpPr>
            <a:spLocks noGrp="1"/>
          </p:cNvSpPr>
          <p:nvPr>
            <p:ph type="body" sz="half" idx="43"/>
          </p:nvPr>
        </p:nvSpPr>
        <p:spPr>
          <a:xfrm>
            <a:off x="4394200" y="4652877"/>
            <a:ext cx="3403600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7F7A11C-63C3-93E7-50B9-5CC5E02FEA7F}"/>
              </a:ext>
            </a:extLst>
          </p:cNvPr>
          <p:cNvSpPr/>
          <p:nvPr userDrawn="1"/>
        </p:nvSpPr>
        <p:spPr>
          <a:xfrm>
            <a:off x="1654580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940452AC-1A8A-FA6A-281B-9255B2CCFCA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654580" y="2269763"/>
            <a:ext cx="1269190" cy="1269190"/>
          </a:xfrm>
          <a:prstGeom prst="arc">
            <a:avLst>
              <a:gd name="adj1" fmla="val 16200000"/>
              <a:gd name="adj2" fmla="val 7688571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47A0FAC6-C252-443D-FD97-E701A196402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783856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2E1DA09F-12ED-863C-30B7-030A4C037F51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587375" y="4041330"/>
            <a:ext cx="34036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BEC612D6-1834-9526-4161-50A605848A3F}"/>
              </a:ext>
            </a:extLst>
          </p:cNvPr>
          <p:cNvSpPr>
            <a:spLocks noGrp="1"/>
          </p:cNvSpPr>
          <p:nvPr>
            <p:ph type="body" sz="half" idx="47"/>
          </p:nvPr>
        </p:nvSpPr>
        <p:spPr>
          <a:xfrm>
            <a:off x="587375" y="4652877"/>
            <a:ext cx="3403600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98133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AE3ED15-827B-7445-3DD2-0E954B560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877D8C5-5D04-DBDF-2B28-CF49065071E5}"/>
              </a:ext>
            </a:extLst>
          </p:cNvPr>
          <p:cNvSpPr/>
          <p:nvPr userDrawn="1"/>
        </p:nvSpPr>
        <p:spPr>
          <a:xfrm>
            <a:off x="1120977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GB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76C9D3B3-7B03-16A0-7517-F5CC1136E26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120977" y="2269763"/>
            <a:ext cx="1269190" cy="1269190"/>
          </a:xfrm>
          <a:prstGeom prst="arc">
            <a:avLst>
              <a:gd name="adj1" fmla="val 16200000"/>
              <a:gd name="adj2" fmla="val 7688571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95A98249-D0E0-C227-EF0F-6CB1C882AC5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50253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ABD773DA-2B96-2FE3-688A-52D7B1EBF0C4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587375" y="4041330"/>
            <a:ext cx="2336395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D5396D3-2D7D-7F6A-07D2-F018A1823A0D}"/>
              </a:ext>
            </a:extLst>
          </p:cNvPr>
          <p:cNvSpPr>
            <a:spLocks noGrp="1"/>
          </p:cNvSpPr>
          <p:nvPr>
            <p:ph type="body" sz="half" idx="47"/>
          </p:nvPr>
        </p:nvSpPr>
        <p:spPr>
          <a:xfrm>
            <a:off x="587375" y="4652877"/>
            <a:ext cx="2336395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834F4DB-B230-1FF9-58C9-60EA5E08B45A}"/>
              </a:ext>
            </a:extLst>
          </p:cNvPr>
          <p:cNvSpPr/>
          <p:nvPr userDrawn="1"/>
        </p:nvSpPr>
        <p:spPr>
          <a:xfrm>
            <a:off x="4014595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GB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4811A2F-3272-EF28-AC74-74528A06BB3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14595" y="2269763"/>
            <a:ext cx="1269190" cy="1269190"/>
          </a:xfrm>
          <a:prstGeom prst="arc">
            <a:avLst>
              <a:gd name="adj1" fmla="val 16200000"/>
              <a:gd name="adj2" fmla="val 7688571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70CAA72-2296-D230-D3FC-B34817ED642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143871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978810-8026-98FA-AD3A-AD330004BE5C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3480993" y="4041330"/>
            <a:ext cx="2336395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A0568E47-F3AF-0B77-8809-96F6C3E2E66E}"/>
              </a:ext>
            </a:extLst>
          </p:cNvPr>
          <p:cNvSpPr>
            <a:spLocks noGrp="1"/>
          </p:cNvSpPr>
          <p:nvPr>
            <p:ph type="body" sz="half" idx="51"/>
          </p:nvPr>
        </p:nvSpPr>
        <p:spPr>
          <a:xfrm>
            <a:off x="3480993" y="4652877"/>
            <a:ext cx="2336395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D40CD4D-504A-A38E-800B-7083D96A1D06}"/>
              </a:ext>
            </a:extLst>
          </p:cNvPr>
          <p:cNvSpPr/>
          <p:nvPr userDrawn="1"/>
        </p:nvSpPr>
        <p:spPr>
          <a:xfrm>
            <a:off x="6908213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GB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D27E9A4-FB4A-29AA-E923-4B9840F9AAD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908213" y="2269763"/>
            <a:ext cx="1269190" cy="1269190"/>
          </a:xfrm>
          <a:prstGeom prst="arc">
            <a:avLst>
              <a:gd name="adj1" fmla="val 16200000"/>
              <a:gd name="adj2" fmla="val 7688571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1EE07E6C-3F15-E290-F29E-D28FD9666A5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037489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B672A18C-CDF5-42D9-E5CB-10D68076FD7C}"/>
              </a:ext>
            </a:extLst>
          </p:cNvPr>
          <p:cNvSpPr>
            <a:spLocks noGrp="1"/>
          </p:cNvSpPr>
          <p:nvPr>
            <p:ph type="body" idx="54"/>
          </p:nvPr>
        </p:nvSpPr>
        <p:spPr>
          <a:xfrm>
            <a:off x="6374611" y="4041330"/>
            <a:ext cx="2336395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0F67BD63-1569-5DEC-5167-4829894999E6}"/>
              </a:ext>
            </a:extLst>
          </p:cNvPr>
          <p:cNvSpPr>
            <a:spLocks noGrp="1"/>
          </p:cNvSpPr>
          <p:nvPr>
            <p:ph type="body" sz="half" idx="55"/>
          </p:nvPr>
        </p:nvSpPr>
        <p:spPr>
          <a:xfrm>
            <a:off x="6374611" y="4652877"/>
            <a:ext cx="2336395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8A6F3B9-308E-CDA7-53C6-8C4A079E1BB0}"/>
              </a:ext>
            </a:extLst>
          </p:cNvPr>
          <p:cNvSpPr/>
          <p:nvPr userDrawn="1"/>
        </p:nvSpPr>
        <p:spPr>
          <a:xfrm>
            <a:off x="9801832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GB"/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D8384071-66B4-77BD-A93D-41ECB4AC56B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01832" y="2269763"/>
            <a:ext cx="1269190" cy="1269190"/>
          </a:xfrm>
          <a:prstGeom prst="arc">
            <a:avLst>
              <a:gd name="adj1" fmla="val 16200000"/>
              <a:gd name="adj2" fmla="val 7688571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E559F38B-16C2-6B87-8200-11371149842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931108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016D0C0-DB4E-E0E3-4328-2C46B460150C}"/>
              </a:ext>
            </a:extLst>
          </p:cNvPr>
          <p:cNvSpPr>
            <a:spLocks noGrp="1"/>
          </p:cNvSpPr>
          <p:nvPr>
            <p:ph type="body" idx="58"/>
          </p:nvPr>
        </p:nvSpPr>
        <p:spPr>
          <a:xfrm>
            <a:off x="9268230" y="4041330"/>
            <a:ext cx="2336395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E6BEBC65-38F7-B541-9D1D-D9A6534BCE84}"/>
              </a:ext>
            </a:extLst>
          </p:cNvPr>
          <p:cNvSpPr>
            <a:spLocks noGrp="1"/>
          </p:cNvSpPr>
          <p:nvPr>
            <p:ph type="body" sz="half" idx="59"/>
          </p:nvPr>
        </p:nvSpPr>
        <p:spPr>
          <a:xfrm>
            <a:off x="9268230" y="4652877"/>
            <a:ext cx="2336395" cy="9382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889369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AE3ED15-827B-7445-3DD2-0E954B560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BEAAB1F4-E1C8-6362-CEE1-6EBD1E94045A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87375" y="1786009"/>
            <a:ext cx="4744383" cy="4487792"/>
          </a:xfrm>
        </p:spPr>
        <p:txBody>
          <a:bodyPr/>
          <a:lstStyle/>
          <a:p>
            <a:endParaRPr lang="en-GB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A1EFD96-11D6-AB63-AE8D-47DF1AD4D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0242" y="1786009"/>
            <a:ext cx="4744383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07E350D-769D-F9F3-ABEF-A00495F98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60242" y="2397555"/>
            <a:ext cx="4744383" cy="387624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20063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AE3ED15-827B-7445-3DD2-0E954B560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A1EFD96-11D6-AB63-AE8D-47DF1AD4D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86009"/>
            <a:ext cx="4744383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07E350D-769D-F9F3-ABEF-A00495F98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7375" y="2397555"/>
            <a:ext cx="4744383" cy="387624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hart Placeholder 2">
            <a:extLst>
              <a:ext uri="{FF2B5EF4-FFF2-40B4-BE49-F238E27FC236}">
                <a16:creationId xmlns:a16="http://schemas.microsoft.com/office/drawing/2014/main" id="{BEAAB1F4-E1C8-6362-CEE1-6EBD1E94045A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863417" y="1786009"/>
            <a:ext cx="4744383" cy="4487792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28911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AF9F56-D6E1-60AF-B9AB-32D4C027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A60372-0C71-56C0-CDA2-A7C76653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43528A-E0B5-3CF5-A94C-10D28837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1DF27732-BA56-F7C8-9827-51C6157BB8B4}"/>
              </a:ext>
            </a:extLst>
          </p:cNvPr>
          <p:cNvSpPr>
            <a:spLocks noGrp="1"/>
          </p:cNvSpPr>
          <p:nvPr>
            <p:ph type="body" idx="58" hasCustomPrompt="1"/>
          </p:nvPr>
        </p:nvSpPr>
        <p:spPr>
          <a:xfrm>
            <a:off x="859581" y="3933902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7FF266E-380C-087B-9ADE-4D3A88DB7707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1059815" y="4178490"/>
            <a:ext cx="2681048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9DCA098-B752-206D-F66D-3DFB9EB6582C}"/>
              </a:ext>
            </a:extLst>
          </p:cNvPr>
          <p:cNvSpPr>
            <a:spLocks noGrp="1"/>
          </p:cNvSpPr>
          <p:nvPr>
            <p:ph type="body" sz="half" idx="47"/>
          </p:nvPr>
        </p:nvSpPr>
        <p:spPr>
          <a:xfrm>
            <a:off x="1059815" y="4790036"/>
            <a:ext cx="2681048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D260941-35B9-EF0C-047D-9BD199D6F463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789814" y="3429000"/>
            <a:ext cx="17098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756D1F75-EFB7-B441-8251-82ACEC3C9268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4991696" y="1900120"/>
            <a:ext cx="2681048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EE6DA12C-B436-43C3-DA9E-54436D7C6856}"/>
              </a:ext>
            </a:extLst>
          </p:cNvPr>
          <p:cNvSpPr>
            <a:spLocks noGrp="1"/>
          </p:cNvSpPr>
          <p:nvPr>
            <p:ph type="body" sz="half" idx="50"/>
          </p:nvPr>
        </p:nvSpPr>
        <p:spPr>
          <a:xfrm>
            <a:off x="4991696" y="2511666"/>
            <a:ext cx="2681048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8FD450A2-8AB9-AB37-D503-6FBF4221AEB6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4721695" y="4049754"/>
            <a:ext cx="17098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65B3174A-024E-8A6D-86E1-E7CE58CF3313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8923577" y="4178490"/>
            <a:ext cx="2681048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723C6DC8-7D6E-8B0F-3171-AD8D8161F638}"/>
              </a:ext>
            </a:extLst>
          </p:cNvPr>
          <p:cNvSpPr>
            <a:spLocks noGrp="1"/>
          </p:cNvSpPr>
          <p:nvPr>
            <p:ph type="body" sz="half" idx="53"/>
          </p:nvPr>
        </p:nvSpPr>
        <p:spPr>
          <a:xfrm>
            <a:off x="8923577" y="4790036"/>
            <a:ext cx="2681048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726EDD0C-44D0-4503-D5C3-6BA5C8D22860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8653576" y="3429000"/>
            <a:ext cx="17098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A2FB9780-F922-225E-03D4-E2C05D7101B3}"/>
              </a:ext>
            </a:extLst>
          </p:cNvPr>
          <p:cNvSpPr>
            <a:spLocks noGrp="1"/>
          </p:cNvSpPr>
          <p:nvPr>
            <p:ph type="body" idx="59" hasCustomPrompt="1"/>
          </p:nvPr>
        </p:nvSpPr>
        <p:spPr>
          <a:xfrm>
            <a:off x="8757773" y="3933902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35595631-7D04-50C3-9FEA-D53401A24886}"/>
              </a:ext>
            </a:extLst>
          </p:cNvPr>
          <p:cNvSpPr>
            <a:spLocks noGrp="1"/>
          </p:cNvSpPr>
          <p:nvPr>
            <p:ph type="body" idx="61" hasCustomPrompt="1"/>
          </p:nvPr>
        </p:nvSpPr>
        <p:spPr>
          <a:xfrm>
            <a:off x="4808677" y="1896081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333804-64B7-EEEF-5915-B7669BD52ED4}"/>
              </a:ext>
            </a:extLst>
          </p:cNvPr>
          <p:cNvCxnSpPr>
            <a:cxnSpLocks/>
          </p:cNvCxnSpPr>
          <p:nvPr userDrawn="1"/>
        </p:nvCxnSpPr>
        <p:spPr>
          <a:xfrm>
            <a:off x="587375" y="3933911"/>
            <a:ext cx="116046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3119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AF9F56-D6E1-60AF-B9AB-32D4C027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A60372-0C71-56C0-CDA2-A7C76653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43528A-E0B5-3CF5-A94C-10D28837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561BD4-673F-C514-111C-33AD2E64E928}"/>
              </a:ext>
            </a:extLst>
          </p:cNvPr>
          <p:cNvCxnSpPr>
            <a:cxnSpLocks/>
          </p:cNvCxnSpPr>
          <p:nvPr userDrawn="1"/>
        </p:nvCxnSpPr>
        <p:spPr>
          <a:xfrm>
            <a:off x="587375" y="3933911"/>
            <a:ext cx="116046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1DF27732-BA56-F7C8-9827-51C6157BB8B4}"/>
              </a:ext>
            </a:extLst>
          </p:cNvPr>
          <p:cNvSpPr>
            <a:spLocks noGrp="1"/>
          </p:cNvSpPr>
          <p:nvPr>
            <p:ph type="body" idx="58" hasCustomPrompt="1"/>
          </p:nvPr>
        </p:nvSpPr>
        <p:spPr>
          <a:xfrm>
            <a:off x="859581" y="3933902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7FF266E-380C-087B-9ADE-4D3A88DB7707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1059815" y="4178490"/>
            <a:ext cx="2336395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9DCA098-B752-206D-F66D-3DFB9EB6582C}"/>
              </a:ext>
            </a:extLst>
          </p:cNvPr>
          <p:cNvSpPr>
            <a:spLocks noGrp="1"/>
          </p:cNvSpPr>
          <p:nvPr>
            <p:ph type="body" sz="half" idx="47"/>
          </p:nvPr>
        </p:nvSpPr>
        <p:spPr>
          <a:xfrm>
            <a:off x="1059815" y="4790036"/>
            <a:ext cx="2336395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D260941-35B9-EF0C-047D-9BD199D6F463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789814" y="3429000"/>
            <a:ext cx="17098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756D1F75-EFB7-B441-8251-82ACEC3C9268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3795953" y="1900120"/>
            <a:ext cx="2336395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EE6DA12C-B436-43C3-DA9E-54436D7C6856}"/>
              </a:ext>
            </a:extLst>
          </p:cNvPr>
          <p:cNvSpPr>
            <a:spLocks noGrp="1"/>
          </p:cNvSpPr>
          <p:nvPr>
            <p:ph type="body" sz="half" idx="50"/>
          </p:nvPr>
        </p:nvSpPr>
        <p:spPr>
          <a:xfrm>
            <a:off x="3795953" y="2511666"/>
            <a:ext cx="2336395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8FD450A2-8AB9-AB37-D503-6FBF4221AEB6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3525952" y="4049754"/>
            <a:ext cx="17098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65B3174A-024E-8A6D-86E1-E7CE58CF3313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6532091" y="4178490"/>
            <a:ext cx="2336395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723C6DC8-7D6E-8B0F-3171-AD8D8161F638}"/>
              </a:ext>
            </a:extLst>
          </p:cNvPr>
          <p:cNvSpPr>
            <a:spLocks noGrp="1"/>
          </p:cNvSpPr>
          <p:nvPr>
            <p:ph type="body" sz="half" idx="53"/>
          </p:nvPr>
        </p:nvSpPr>
        <p:spPr>
          <a:xfrm>
            <a:off x="6532091" y="4790036"/>
            <a:ext cx="2336395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726EDD0C-44D0-4503-D5C3-6BA5C8D22860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262090" y="3429000"/>
            <a:ext cx="17098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38B4EA28-9591-02FB-BD32-2AA25D5D7F9C}"/>
              </a:ext>
            </a:extLst>
          </p:cNvPr>
          <p:cNvSpPr>
            <a:spLocks noGrp="1"/>
          </p:cNvSpPr>
          <p:nvPr>
            <p:ph type="body" idx="55"/>
          </p:nvPr>
        </p:nvSpPr>
        <p:spPr>
          <a:xfrm>
            <a:off x="9268230" y="1900120"/>
            <a:ext cx="2336395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D5D99640-8D6E-F18A-A929-4EC8657606DF}"/>
              </a:ext>
            </a:extLst>
          </p:cNvPr>
          <p:cNvSpPr>
            <a:spLocks noGrp="1"/>
          </p:cNvSpPr>
          <p:nvPr>
            <p:ph type="body" sz="half" idx="56"/>
          </p:nvPr>
        </p:nvSpPr>
        <p:spPr>
          <a:xfrm>
            <a:off x="9268230" y="2511666"/>
            <a:ext cx="2336395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8C3DFA15-E9D8-50E6-E68A-D7F1B4EF54F7}"/>
              </a:ext>
            </a:extLst>
          </p:cNvPr>
          <p:cNvSpPr>
            <a:spLocks noGrp="1"/>
          </p:cNvSpPr>
          <p:nvPr>
            <p:ph type="body" idx="57" hasCustomPrompt="1"/>
          </p:nvPr>
        </p:nvSpPr>
        <p:spPr>
          <a:xfrm>
            <a:off x="8998229" y="4049754"/>
            <a:ext cx="17098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A2FB9780-F922-225E-03D4-E2C05D7101B3}"/>
              </a:ext>
            </a:extLst>
          </p:cNvPr>
          <p:cNvSpPr>
            <a:spLocks noGrp="1"/>
          </p:cNvSpPr>
          <p:nvPr>
            <p:ph type="body" idx="59" hasCustomPrompt="1"/>
          </p:nvPr>
        </p:nvSpPr>
        <p:spPr>
          <a:xfrm>
            <a:off x="6366287" y="3933902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35595631-7D04-50C3-9FEA-D53401A24886}"/>
              </a:ext>
            </a:extLst>
          </p:cNvPr>
          <p:cNvSpPr>
            <a:spLocks noGrp="1"/>
          </p:cNvSpPr>
          <p:nvPr>
            <p:ph type="body" idx="61" hasCustomPrompt="1"/>
          </p:nvPr>
        </p:nvSpPr>
        <p:spPr>
          <a:xfrm>
            <a:off x="3612934" y="1896081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EFA47FF7-742B-90B5-31DE-2A63AAAEEC7C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9119639" y="1896081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24855694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AF9F56-D6E1-60AF-B9AB-32D4C027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A60372-0C71-56C0-CDA2-A7C76653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43528A-E0B5-3CF5-A94C-10D28837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561BD4-673F-C514-111C-33AD2E64E928}"/>
              </a:ext>
            </a:extLst>
          </p:cNvPr>
          <p:cNvCxnSpPr>
            <a:cxnSpLocks/>
          </p:cNvCxnSpPr>
          <p:nvPr userDrawn="1"/>
        </p:nvCxnSpPr>
        <p:spPr>
          <a:xfrm>
            <a:off x="587375" y="3933911"/>
            <a:ext cx="116046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1DF27732-BA56-F7C8-9827-51C6157BB8B4}"/>
              </a:ext>
            </a:extLst>
          </p:cNvPr>
          <p:cNvSpPr>
            <a:spLocks noGrp="1"/>
          </p:cNvSpPr>
          <p:nvPr>
            <p:ph type="body" idx="58" hasCustomPrompt="1"/>
          </p:nvPr>
        </p:nvSpPr>
        <p:spPr>
          <a:xfrm>
            <a:off x="859581" y="3933902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7FF266E-380C-087B-9ADE-4D3A88DB7707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1059815" y="4178490"/>
            <a:ext cx="1846653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9DCA098-B752-206D-F66D-3DFB9EB6582C}"/>
              </a:ext>
            </a:extLst>
          </p:cNvPr>
          <p:cNvSpPr>
            <a:spLocks noGrp="1"/>
          </p:cNvSpPr>
          <p:nvPr>
            <p:ph type="body" sz="half" idx="47"/>
          </p:nvPr>
        </p:nvSpPr>
        <p:spPr>
          <a:xfrm>
            <a:off x="1059815" y="4790036"/>
            <a:ext cx="1846653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D260941-35B9-EF0C-047D-9BD199D6F463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789815" y="3429000"/>
            <a:ext cx="13514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6E61E27-CA3D-271E-6EF3-5ECACF0B490F}"/>
              </a:ext>
            </a:extLst>
          </p:cNvPr>
          <p:cNvSpPr>
            <a:spLocks noGrp="1"/>
          </p:cNvSpPr>
          <p:nvPr>
            <p:ph type="body" idx="59" hasCustomPrompt="1"/>
          </p:nvPr>
        </p:nvSpPr>
        <p:spPr>
          <a:xfrm>
            <a:off x="3034120" y="1891909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5685002-2A0D-37E9-CBF2-4EBB72FA6530}"/>
              </a:ext>
            </a:extLst>
          </p:cNvPr>
          <p:cNvSpPr>
            <a:spLocks noGrp="1"/>
          </p:cNvSpPr>
          <p:nvPr>
            <p:ph type="body" idx="60"/>
          </p:nvPr>
        </p:nvSpPr>
        <p:spPr>
          <a:xfrm>
            <a:off x="3234354" y="1900254"/>
            <a:ext cx="1846653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2F6062FE-67A3-63AD-DBD9-EC795018F007}"/>
              </a:ext>
            </a:extLst>
          </p:cNvPr>
          <p:cNvSpPr>
            <a:spLocks noGrp="1"/>
          </p:cNvSpPr>
          <p:nvPr>
            <p:ph type="body" sz="half" idx="61"/>
          </p:nvPr>
        </p:nvSpPr>
        <p:spPr>
          <a:xfrm>
            <a:off x="3234354" y="2511800"/>
            <a:ext cx="1846653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DBD10E3-B1EC-8E35-D1DC-C9FA27F6A9BE}"/>
              </a:ext>
            </a:extLst>
          </p:cNvPr>
          <p:cNvSpPr>
            <a:spLocks noGrp="1"/>
          </p:cNvSpPr>
          <p:nvPr>
            <p:ph type="body" idx="62" hasCustomPrompt="1"/>
          </p:nvPr>
        </p:nvSpPr>
        <p:spPr>
          <a:xfrm>
            <a:off x="2964354" y="4040901"/>
            <a:ext cx="13514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9909DB8E-7905-9E5A-612E-94E63645E785}"/>
              </a:ext>
            </a:extLst>
          </p:cNvPr>
          <p:cNvSpPr>
            <a:spLocks noGrp="1"/>
          </p:cNvSpPr>
          <p:nvPr>
            <p:ph type="body" idx="63" hasCustomPrompt="1"/>
          </p:nvPr>
        </p:nvSpPr>
        <p:spPr>
          <a:xfrm>
            <a:off x="5208659" y="3933902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D4F38ED-8565-AEDA-2FEC-40CEB4292B7F}"/>
              </a:ext>
            </a:extLst>
          </p:cNvPr>
          <p:cNvSpPr>
            <a:spLocks noGrp="1"/>
          </p:cNvSpPr>
          <p:nvPr>
            <p:ph type="body" idx="64"/>
          </p:nvPr>
        </p:nvSpPr>
        <p:spPr>
          <a:xfrm>
            <a:off x="5408893" y="4178490"/>
            <a:ext cx="1846653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1AC236D1-E042-CA29-FF26-B932EFD8559D}"/>
              </a:ext>
            </a:extLst>
          </p:cNvPr>
          <p:cNvSpPr>
            <a:spLocks noGrp="1"/>
          </p:cNvSpPr>
          <p:nvPr>
            <p:ph type="body" sz="half" idx="65"/>
          </p:nvPr>
        </p:nvSpPr>
        <p:spPr>
          <a:xfrm>
            <a:off x="5408893" y="4790036"/>
            <a:ext cx="1846653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2437709-B235-890E-74FB-178A1BF0DF9C}"/>
              </a:ext>
            </a:extLst>
          </p:cNvPr>
          <p:cNvSpPr>
            <a:spLocks noGrp="1"/>
          </p:cNvSpPr>
          <p:nvPr>
            <p:ph type="body" idx="66" hasCustomPrompt="1"/>
          </p:nvPr>
        </p:nvSpPr>
        <p:spPr>
          <a:xfrm>
            <a:off x="5138893" y="3429000"/>
            <a:ext cx="13514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1C8C830-06BB-6EC2-F812-328C15B46EB2}"/>
              </a:ext>
            </a:extLst>
          </p:cNvPr>
          <p:cNvSpPr>
            <a:spLocks noGrp="1"/>
          </p:cNvSpPr>
          <p:nvPr>
            <p:ph type="body" idx="67" hasCustomPrompt="1"/>
          </p:nvPr>
        </p:nvSpPr>
        <p:spPr>
          <a:xfrm>
            <a:off x="7383198" y="1891909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F8E5659E-AC7B-971C-3992-E35FA19D1D30}"/>
              </a:ext>
            </a:extLst>
          </p:cNvPr>
          <p:cNvSpPr>
            <a:spLocks noGrp="1"/>
          </p:cNvSpPr>
          <p:nvPr>
            <p:ph type="body" idx="68"/>
          </p:nvPr>
        </p:nvSpPr>
        <p:spPr>
          <a:xfrm>
            <a:off x="7583432" y="1900254"/>
            <a:ext cx="1846653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D6B3D5A-D839-9DF6-6DF0-B1D84B966584}"/>
              </a:ext>
            </a:extLst>
          </p:cNvPr>
          <p:cNvSpPr>
            <a:spLocks noGrp="1"/>
          </p:cNvSpPr>
          <p:nvPr>
            <p:ph type="body" sz="half" idx="69"/>
          </p:nvPr>
        </p:nvSpPr>
        <p:spPr>
          <a:xfrm>
            <a:off x="7583432" y="2511800"/>
            <a:ext cx="1846653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69C34A3E-02E8-3FA1-43BA-950C611A726C}"/>
              </a:ext>
            </a:extLst>
          </p:cNvPr>
          <p:cNvSpPr>
            <a:spLocks noGrp="1"/>
          </p:cNvSpPr>
          <p:nvPr>
            <p:ph type="body" idx="70" hasCustomPrompt="1"/>
          </p:nvPr>
        </p:nvSpPr>
        <p:spPr>
          <a:xfrm>
            <a:off x="7313432" y="4040901"/>
            <a:ext cx="13514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A468E6DD-03D9-21F0-BD06-066B18B93180}"/>
              </a:ext>
            </a:extLst>
          </p:cNvPr>
          <p:cNvSpPr>
            <a:spLocks noGrp="1"/>
          </p:cNvSpPr>
          <p:nvPr>
            <p:ph type="body" idx="71" hasCustomPrompt="1"/>
          </p:nvPr>
        </p:nvSpPr>
        <p:spPr>
          <a:xfrm>
            <a:off x="9557738" y="3933902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5636754-3087-4B43-4FDD-A96B90DC2809}"/>
              </a:ext>
            </a:extLst>
          </p:cNvPr>
          <p:cNvSpPr>
            <a:spLocks noGrp="1"/>
          </p:cNvSpPr>
          <p:nvPr>
            <p:ph type="body" idx="72"/>
          </p:nvPr>
        </p:nvSpPr>
        <p:spPr>
          <a:xfrm>
            <a:off x="9757972" y="4178490"/>
            <a:ext cx="1846653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20DA6248-1609-74E4-4027-1A40755A4A67}"/>
              </a:ext>
            </a:extLst>
          </p:cNvPr>
          <p:cNvSpPr>
            <a:spLocks noGrp="1"/>
          </p:cNvSpPr>
          <p:nvPr>
            <p:ph type="body" sz="half" idx="73"/>
          </p:nvPr>
        </p:nvSpPr>
        <p:spPr>
          <a:xfrm>
            <a:off x="9757972" y="4790036"/>
            <a:ext cx="1846653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4B0DB750-7930-BF6D-91FF-5758853FBEE9}"/>
              </a:ext>
            </a:extLst>
          </p:cNvPr>
          <p:cNvSpPr>
            <a:spLocks noGrp="1"/>
          </p:cNvSpPr>
          <p:nvPr>
            <p:ph type="body" idx="74" hasCustomPrompt="1"/>
          </p:nvPr>
        </p:nvSpPr>
        <p:spPr>
          <a:xfrm>
            <a:off x="9487972" y="3429000"/>
            <a:ext cx="13514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0561BD4-673F-C514-111C-33AD2E64E928}"/>
              </a:ext>
            </a:extLst>
          </p:cNvPr>
          <p:cNvCxnSpPr>
            <a:cxnSpLocks/>
          </p:cNvCxnSpPr>
          <p:nvPr userDrawn="1"/>
        </p:nvCxnSpPr>
        <p:spPr>
          <a:xfrm>
            <a:off x="587375" y="3933911"/>
            <a:ext cx="116046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69909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AF9F56-D6E1-60AF-B9AB-32D4C027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A60372-0C71-56C0-CDA2-A7C76653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43528A-E0B5-3CF5-A94C-10D28837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561BD4-673F-C514-111C-33AD2E64E928}"/>
              </a:ext>
            </a:extLst>
          </p:cNvPr>
          <p:cNvCxnSpPr>
            <a:cxnSpLocks/>
          </p:cNvCxnSpPr>
          <p:nvPr userDrawn="1"/>
        </p:nvCxnSpPr>
        <p:spPr>
          <a:xfrm>
            <a:off x="587375" y="3933911"/>
            <a:ext cx="116046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1DF27732-BA56-F7C8-9827-51C6157BB8B4}"/>
              </a:ext>
            </a:extLst>
          </p:cNvPr>
          <p:cNvSpPr>
            <a:spLocks noGrp="1"/>
          </p:cNvSpPr>
          <p:nvPr>
            <p:ph type="body" idx="58" hasCustomPrompt="1"/>
          </p:nvPr>
        </p:nvSpPr>
        <p:spPr>
          <a:xfrm>
            <a:off x="859581" y="3933902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7FF266E-380C-087B-9ADE-4D3A88DB7707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1059815" y="4178490"/>
            <a:ext cx="1508381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9DCA098-B752-206D-F66D-3DFB9EB6582C}"/>
              </a:ext>
            </a:extLst>
          </p:cNvPr>
          <p:cNvSpPr>
            <a:spLocks noGrp="1"/>
          </p:cNvSpPr>
          <p:nvPr>
            <p:ph type="body" sz="half" idx="47"/>
          </p:nvPr>
        </p:nvSpPr>
        <p:spPr>
          <a:xfrm>
            <a:off x="1059815" y="4790036"/>
            <a:ext cx="1508381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D260941-35B9-EF0C-047D-9BD199D6F463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789815" y="3429000"/>
            <a:ext cx="13514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0561BD4-673F-C514-111C-33AD2E64E928}"/>
              </a:ext>
            </a:extLst>
          </p:cNvPr>
          <p:cNvCxnSpPr>
            <a:cxnSpLocks/>
          </p:cNvCxnSpPr>
          <p:nvPr userDrawn="1"/>
        </p:nvCxnSpPr>
        <p:spPr>
          <a:xfrm>
            <a:off x="587375" y="3933911"/>
            <a:ext cx="116046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206C45B-AAF3-AA2A-3BEE-C75EF2D50603}"/>
              </a:ext>
            </a:extLst>
          </p:cNvPr>
          <p:cNvSpPr>
            <a:spLocks noGrp="1"/>
          </p:cNvSpPr>
          <p:nvPr>
            <p:ph type="body" idx="59" hasCustomPrompt="1"/>
          </p:nvPr>
        </p:nvSpPr>
        <p:spPr>
          <a:xfrm>
            <a:off x="2637962" y="1888157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27899AC-EF49-17A5-3330-194993DF10F7}"/>
              </a:ext>
            </a:extLst>
          </p:cNvPr>
          <p:cNvSpPr>
            <a:spLocks noGrp="1"/>
          </p:cNvSpPr>
          <p:nvPr>
            <p:ph type="body" idx="60"/>
          </p:nvPr>
        </p:nvSpPr>
        <p:spPr>
          <a:xfrm>
            <a:off x="2838196" y="1900254"/>
            <a:ext cx="1508381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A653951-A776-C0C9-C872-DD1EA102AF39}"/>
              </a:ext>
            </a:extLst>
          </p:cNvPr>
          <p:cNvSpPr>
            <a:spLocks noGrp="1"/>
          </p:cNvSpPr>
          <p:nvPr>
            <p:ph type="body" sz="half" idx="61"/>
          </p:nvPr>
        </p:nvSpPr>
        <p:spPr>
          <a:xfrm>
            <a:off x="2838196" y="2511800"/>
            <a:ext cx="1508381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EF5756B-49C8-4618-CA6F-91EF4E83970E}"/>
              </a:ext>
            </a:extLst>
          </p:cNvPr>
          <p:cNvSpPr>
            <a:spLocks noGrp="1"/>
          </p:cNvSpPr>
          <p:nvPr>
            <p:ph type="body" idx="62" hasCustomPrompt="1"/>
          </p:nvPr>
        </p:nvSpPr>
        <p:spPr>
          <a:xfrm>
            <a:off x="2568196" y="4040901"/>
            <a:ext cx="13514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688143A-E348-8B97-4EFF-B551E969D66C}"/>
              </a:ext>
            </a:extLst>
          </p:cNvPr>
          <p:cNvSpPr>
            <a:spLocks noGrp="1"/>
          </p:cNvSpPr>
          <p:nvPr>
            <p:ph type="body" idx="63" hasCustomPrompt="1"/>
          </p:nvPr>
        </p:nvSpPr>
        <p:spPr>
          <a:xfrm>
            <a:off x="4416343" y="3933902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3174590-B087-FC88-C3C5-5FA802601E45}"/>
              </a:ext>
            </a:extLst>
          </p:cNvPr>
          <p:cNvSpPr>
            <a:spLocks noGrp="1"/>
          </p:cNvSpPr>
          <p:nvPr>
            <p:ph type="body" idx="64"/>
          </p:nvPr>
        </p:nvSpPr>
        <p:spPr>
          <a:xfrm>
            <a:off x="4616577" y="4178490"/>
            <a:ext cx="1508381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68C2886-78F1-8B12-01E6-6A6D53DFBA52}"/>
              </a:ext>
            </a:extLst>
          </p:cNvPr>
          <p:cNvSpPr>
            <a:spLocks noGrp="1"/>
          </p:cNvSpPr>
          <p:nvPr>
            <p:ph type="body" sz="half" idx="65"/>
          </p:nvPr>
        </p:nvSpPr>
        <p:spPr>
          <a:xfrm>
            <a:off x="4616577" y="4790036"/>
            <a:ext cx="1508381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4BB50-8978-9F59-1A82-284828E628EB}"/>
              </a:ext>
            </a:extLst>
          </p:cNvPr>
          <p:cNvSpPr>
            <a:spLocks noGrp="1"/>
          </p:cNvSpPr>
          <p:nvPr>
            <p:ph type="body" idx="66" hasCustomPrompt="1"/>
          </p:nvPr>
        </p:nvSpPr>
        <p:spPr>
          <a:xfrm>
            <a:off x="4346577" y="3429000"/>
            <a:ext cx="13514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9A6D657-A6CB-1835-A906-39192CB25463}"/>
              </a:ext>
            </a:extLst>
          </p:cNvPr>
          <p:cNvSpPr>
            <a:spLocks noGrp="1"/>
          </p:cNvSpPr>
          <p:nvPr>
            <p:ph type="body" idx="67" hasCustomPrompt="1"/>
          </p:nvPr>
        </p:nvSpPr>
        <p:spPr>
          <a:xfrm>
            <a:off x="6194724" y="1888157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5FC4B1A-6A59-74A2-27AF-C1606A9108E2}"/>
              </a:ext>
            </a:extLst>
          </p:cNvPr>
          <p:cNvSpPr>
            <a:spLocks noGrp="1"/>
          </p:cNvSpPr>
          <p:nvPr>
            <p:ph type="body" idx="68"/>
          </p:nvPr>
        </p:nvSpPr>
        <p:spPr>
          <a:xfrm>
            <a:off x="6394958" y="1900254"/>
            <a:ext cx="1508381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6FE78FA-0D89-4D65-5C83-4A2214B7EC81}"/>
              </a:ext>
            </a:extLst>
          </p:cNvPr>
          <p:cNvSpPr>
            <a:spLocks noGrp="1"/>
          </p:cNvSpPr>
          <p:nvPr>
            <p:ph type="body" sz="half" idx="69"/>
          </p:nvPr>
        </p:nvSpPr>
        <p:spPr>
          <a:xfrm>
            <a:off x="6394958" y="2511800"/>
            <a:ext cx="1508381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DAD2950-6958-384D-648A-138353E629C3}"/>
              </a:ext>
            </a:extLst>
          </p:cNvPr>
          <p:cNvSpPr>
            <a:spLocks noGrp="1"/>
          </p:cNvSpPr>
          <p:nvPr>
            <p:ph type="body" idx="70" hasCustomPrompt="1"/>
          </p:nvPr>
        </p:nvSpPr>
        <p:spPr>
          <a:xfrm>
            <a:off x="6124958" y="4040901"/>
            <a:ext cx="13514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8C401BA-EEAB-4492-10E1-DB72CC56F776}"/>
              </a:ext>
            </a:extLst>
          </p:cNvPr>
          <p:cNvSpPr>
            <a:spLocks noGrp="1"/>
          </p:cNvSpPr>
          <p:nvPr>
            <p:ph type="body" idx="71" hasCustomPrompt="1"/>
          </p:nvPr>
        </p:nvSpPr>
        <p:spPr>
          <a:xfrm>
            <a:off x="7973105" y="3933902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0F88DAC-B62E-EE36-418C-B487881CD5D1}"/>
              </a:ext>
            </a:extLst>
          </p:cNvPr>
          <p:cNvSpPr>
            <a:spLocks noGrp="1"/>
          </p:cNvSpPr>
          <p:nvPr>
            <p:ph type="body" idx="72"/>
          </p:nvPr>
        </p:nvSpPr>
        <p:spPr>
          <a:xfrm>
            <a:off x="8173339" y="4178490"/>
            <a:ext cx="1508381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9E72668A-FD0E-C62F-7394-48EE854225F1}"/>
              </a:ext>
            </a:extLst>
          </p:cNvPr>
          <p:cNvSpPr>
            <a:spLocks noGrp="1"/>
          </p:cNvSpPr>
          <p:nvPr>
            <p:ph type="body" sz="half" idx="73"/>
          </p:nvPr>
        </p:nvSpPr>
        <p:spPr>
          <a:xfrm>
            <a:off x="8173339" y="4790036"/>
            <a:ext cx="1508381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371410E-C73D-33EA-18D5-871B065BF1D4}"/>
              </a:ext>
            </a:extLst>
          </p:cNvPr>
          <p:cNvSpPr>
            <a:spLocks noGrp="1"/>
          </p:cNvSpPr>
          <p:nvPr>
            <p:ph type="body" idx="74" hasCustomPrompt="1"/>
          </p:nvPr>
        </p:nvSpPr>
        <p:spPr>
          <a:xfrm>
            <a:off x="7903339" y="3429000"/>
            <a:ext cx="13514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2FA3211-7CC0-4666-B1B2-ADDC9E1601A4}"/>
              </a:ext>
            </a:extLst>
          </p:cNvPr>
          <p:cNvSpPr>
            <a:spLocks noGrp="1"/>
          </p:cNvSpPr>
          <p:nvPr>
            <p:ph type="body" idx="75" hasCustomPrompt="1"/>
          </p:nvPr>
        </p:nvSpPr>
        <p:spPr>
          <a:xfrm>
            <a:off x="9751486" y="1888157"/>
            <a:ext cx="45719" cy="2052000"/>
          </a:xfrm>
          <a:solidFill>
            <a:schemeClr val="accent1"/>
          </a:solidFill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56422E81-6FED-2EDF-41D1-C525B515D404}"/>
              </a:ext>
            </a:extLst>
          </p:cNvPr>
          <p:cNvSpPr>
            <a:spLocks noGrp="1"/>
          </p:cNvSpPr>
          <p:nvPr>
            <p:ph type="body" idx="76"/>
          </p:nvPr>
        </p:nvSpPr>
        <p:spPr>
          <a:xfrm>
            <a:off x="9951720" y="1900254"/>
            <a:ext cx="1508381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A06C2106-8122-4339-1E2F-692A8A8E981E}"/>
              </a:ext>
            </a:extLst>
          </p:cNvPr>
          <p:cNvSpPr>
            <a:spLocks noGrp="1"/>
          </p:cNvSpPr>
          <p:nvPr>
            <p:ph type="body" sz="half" idx="77"/>
          </p:nvPr>
        </p:nvSpPr>
        <p:spPr>
          <a:xfrm>
            <a:off x="9951720" y="2511800"/>
            <a:ext cx="1508381" cy="11817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CEE632C-81A0-ABEE-A821-013C96EC124A}"/>
              </a:ext>
            </a:extLst>
          </p:cNvPr>
          <p:cNvSpPr>
            <a:spLocks noGrp="1"/>
          </p:cNvSpPr>
          <p:nvPr>
            <p:ph type="body" idx="78" hasCustomPrompt="1"/>
          </p:nvPr>
        </p:nvSpPr>
        <p:spPr>
          <a:xfrm>
            <a:off x="9681720" y="4040901"/>
            <a:ext cx="1351405" cy="4002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27372382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AF9F56-D6E1-60AF-B9AB-32D4C027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A60372-0C71-56C0-CDA2-A7C76653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43528A-E0B5-3CF5-A94C-10D28837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7FF266E-380C-087B-9ADE-4D3A88DB7707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583530" y="1902003"/>
            <a:ext cx="3492500" cy="593840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9DCA098-B752-206D-F66D-3DFB9EB6582C}"/>
              </a:ext>
            </a:extLst>
          </p:cNvPr>
          <p:cNvSpPr>
            <a:spLocks noGrp="1"/>
          </p:cNvSpPr>
          <p:nvPr>
            <p:ph type="body" sz="half" idx="47"/>
          </p:nvPr>
        </p:nvSpPr>
        <p:spPr>
          <a:xfrm>
            <a:off x="583530" y="2513549"/>
            <a:ext cx="3492500" cy="915451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D260941-35B9-EF0C-047D-9BD199D6F463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190883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756D1F75-EFB7-B441-8251-82ACEC3C9268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4349750" y="4746803"/>
            <a:ext cx="3492500" cy="5938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EE6DA12C-B436-43C3-DA9E-54436D7C6856}"/>
              </a:ext>
            </a:extLst>
          </p:cNvPr>
          <p:cNvSpPr>
            <a:spLocks noGrp="1"/>
          </p:cNvSpPr>
          <p:nvPr>
            <p:ph type="body" sz="half" idx="50"/>
          </p:nvPr>
        </p:nvSpPr>
        <p:spPr>
          <a:xfrm>
            <a:off x="4349750" y="5358349"/>
            <a:ext cx="3492500" cy="91545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8FD450A2-8AB9-AB37-D503-6FBF4221AEB6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5500347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65B3174A-024E-8A6D-86E1-E7CE58CF3313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8112125" y="1902003"/>
            <a:ext cx="3492500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723C6DC8-7D6E-8B0F-3171-AD8D8161F638}"/>
              </a:ext>
            </a:extLst>
          </p:cNvPr>
          <p:cNvSpPr>
            <a:spLocks noGrp="1"/>
          </p:cNvSpPr>
          <p:nvPr>
            <p:ph type="body" sz="half" idx="53"/>
          </p:nvPr>
        </p:nvSpPr>
        <p:spPr>
          <a:xfrm>
            <a:off x="8112125" y="2513549"/>
            <a:ext cx="3492500" cy="91545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726EDD0C-44D0-4503-D5C3-6BA5C8D22860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809811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9661EB-A164-ED5F-7197-204F9A010306}"/>
              </a:ext>
            </a:extLst>
          </p:cNvPr>
          <p:cNvGrpSpPr/>
          <p:nvPr userDrawn="1"/>
        </p:nvGrpSpPr>
        <p:grpSpPr>
          <a:xfrm>
            <a:off x="4134283" y="3280005"/>
            <a:ext cx="3923434" cy="1307812"/>
            <a:chOff x="4134283" y="2771991"/>
            <a:chExt cx="3923434" cy="130781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C54E4DD-5274-4CD5-10B1-E92E90DD48B1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11" name="Arc 47">
                <a:extLst>
                  <a:ext uri="{FF2B5EF4-FFF2-40B4-BE49-F238E27FC236}">
                    <a16:creationId xmlns:a16="http://schemas.microsoft.com/office/drawing/2014/main" id="{EAA35E3F-D930-BBA0-4A2B-B719382C87EE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lvl="0" algn="ctr"/>
                <a:endParaRPr lang="en-GB"/>
              </a:p>
            </p:txBody>
          </p:sp>
          <p:sp>
            <p:nvSpPr>
              <p:cNvPr id="16" name="Arc 48">
                <a:extLst>
                  <a:ext uri="{FF2B5EF4-FFF2-40B4-BE49-F238E27FC236}">
                    <a16:creationId xmlns:a16="http://schemas.microsoft.com/office/drawing/2014/main" id="{352FD82A-FCA6-32BB-BB1E-87F13535AA72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lvl="0" algn="ctr"/>
                <a:endParaRPr lang="en-GB"/>
              </a:p>
            </p:txBody>
          </p:sp>
          <p:sp>
            <p:nvSpPr>
              <p:cNvPr id="17" name="Arc 49">
                <a:extLst>
                  <a:ext uri="{FF2B5EF4-FFF2-40B4-BE49-F238E27FC236}">
                    <a16:creationId xmlns:a16="http://schemas.microsoft.com/office/drawing/2014/main" id="{222053F4-FCD6-E7B1-D80F-DFE2E1992EF6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0E0F0B5-31EF-5869-7318-9F5DE0405077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6" name="Arc 5">
                <a:extLst>
                  <a:ext uri="{FF2B5EF4-FFF2-40B4-BE49-F238E27FC236}">
                    <a16:creationId xmlns:a16="http://schemas.microsoft.com/office/drawing/2014/main" id="{DF62FD84-8FEF-C624-DEAD-5311501A8044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D72619AD-B179-24F7-C1D0-DDBA08B57256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C3C8F12C-866C-1233-6190-F3B461F91681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429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AF9F56-D6E1-60AF-B9AB-32D4C027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A60372-0C71-56C0-CDA2-A7C76653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43528A-E0B5-3CF5-A94C-10D28837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7FF266E-380C-087B-9ADE-4D3A88DB7707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587375" y="3132080"/>
            <a:ext cx="2661639" cy="593840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9DCA098-B752-206D-F66D-3DFB9EB6582C}"/>
              </a:ext>
            </a:extLst>
          </p:cNvPr>
          <p:cNvSpPr>
            <a:spLocks noGrp="1"/>
          </p:cNvSpPr>
          <p:nvPr>
            <p:ph type="body" sz="half" idx="47"/>
          </p:nvPr>
        </p:nvSpPr>
        <p:spPr>
          <a:xfrm>
            <a:off x="587375" y="3743627"/>
            <a:ext cx="2661639" cy="917334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D260941-35B9-EF0C-047D-9BD199D6F463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537906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756D1F75-EFB7-B441-8251-82ACEC3C9268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3969004" y="4733476"/>
            <a:ext cx="2661639" cy="5938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EE6DA12C-B436-43C3-DA9E-54436D7C6856}"/>
              </a:ext>
            </a:extLst>
          </p:cNvPr>
          <p:cNvSpPr>
            <a:spLocks noGrp="1"/>
          </p:cNvSpPr>
          <p:nvPr>
            <p:ph type="body" sz="half" idx="50"/>
          </p:nvPr>
        </p:nvSpPr>
        <p:spPr>
          <a:xfrm>
            <a:off x="3969004" y="5345023"/>
            <a:ext cx="2661639" cy="91733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8FD450A2-8AB9-AB37-D503-6FBF4221AEB6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4845717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65B3174A-024E-8A6D-86E1-E7CE58CF3313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5450486" y="1676065"/>
            <a:ext cx="2661639" cy="5938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723C6DC8-7D6E-8B0F-3171-AD8D8161F638}"/>
              </a:ext>
            </a:extLst>
          </p:cNvPr>
          <p:cNvSpPr>
            <a:spLocks noGrp="1"/>
          </p:cNvSpPr>
          <p:nvPr>
            <p:ph type="body" sz="half" idx="53"/>
          </p:nvPr>
        </p:nvSpPr>
        <p:spPr>
          <a:xfrm>
            <a:off x="5450486" y="2287612"/>
            <a:ext cx="2661639" cy="91733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726EDD0C-44D0-4503-D5C3-6BA5C8D22860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153528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38B4EA28-9591-02FB-BD32-2AA25D5D7F9C}"/>
              </a:ext>
            </a:extLst>
          </p:cNvPr>
          <p:cNvSpPr>
            <a:spLocks noGrp="1"/>
          </p:cNvSpPr>
          <p:nvPr>
            <p:ph type="body" idx="55"/>
          </p:nvPr>
        </p:nvSpPr>
        <p:spPr>
          <a:xfrm>
            <a:off x="8942986" y="3132080"/>
            <a:ext cx="2661639" cy="5938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D5D99640-8D6E-F18A-A929-4EC8657606DF}"/>
              </a:ext>
            </a:extLst>
          </p:cNvPr>
          <p:cNvSpPr>
            <a:spLocks noGrp="1"/>
          </p:cNvSpPr>
          <p:nvPr>
            <p:ph type="body" sz="half" idx="56"/>
          </p:nvPr>
        </p:nvSpPr>
        <p:spPr>
          <a:xfrm>
            <a:off x="8942986" y="3743627"/>
            <a:ext cx="2661639" cy="91733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8C3DFA15-E9D8-50E6-E68A-D7F1B4EF54F7}"/>
              </a:ext>
            </a:extLst>
          </p:cNvPr>
          <p:cNvSpPr>
            <a:spLocks noGrp="1"/>
          </p:cNvSpPr>
          <p:nvPr>
            <p:ph type="body" idx="57" hasCustomPrompt="1"/>
          </p:nvPr>
        </p:nvSpPr>
        <p:spPr>
          <a:xfrm>
            <a:off x="7461340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FE83EA-3C98-DE6C-6FC7-4197CC403426}"/>
              </a:ext>
            </a:extLst>
          </p:cNvPr>
          <p:cNvGrpSpPr/>
          <p:nvPr userDrawn="1"/>
        </p:nvGrpSpPr>
        <p:grpSpPr>
          <a:xfrm>
            <a:off x="3480378" y="3280005"/>
            <a:ext cx="5231244" cy="1307812"/>
            <a:chOff x="4134283" y="3357980"/>
            <a:chExt cx="5231244" cy="130781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EBF9DD0-E1B0-C695-AF1F-936CBBF2B56A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21" name="Arc 47">
                <a:extLst>
                  <a:ext uri="{FF2B5EF4-FFF2-40B4-BE49-F238E27FC236}">
                    <a16:creationId xmlns:a16="http://schemas.microsoft.com/office/drawing/2014/main" id="{4ACF5B56-8CA5-DC3A-182C-60C53536C635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Arc 48">
                <a:extLst>
                  <a:ext uri="{FF2B5EF4-FFF2-40B4-BE49-F238E27FC236}">
                    <a16:creationId xmlns:a16="http://schemas.microsoft.com/office/drawing/2014/main" id="{B953DB03-E450-4F44-A651-92BD387F5CBF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38A8D70-33C3-9978-1F44-82FA577B595E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18" name="Arc 47">
                <a:extLst>
                  <a:ext uri="{FF2B5EF4-FFF2-40B4-BE49-F238E27FC236}">
                    <a16:creationId xmlns:a16="http://schemas.microsoft.com/office/drawing/2014/main" id="{BA30B57A-A19B-4346-D55D-43A1F34273EA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Arc 48">
                <a:extLst>
                  <a:ext uri="{FF2B5EF4-FFF2-40B4-BE49-F238E27FC236}">
                    <a16:creationId xmlns:a16="http://schemas.microsoft.com/office/drawing/2014/main" id="{BB16C72A-D021-76FE-F3EB-02CDA14E1FFD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58B35B2-D4C2-D9A0-8727-38F7CF36648C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6B9C9C3E-FBCE-9AAE-6127-4B659EF4F7E4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CBAFC108-4321-1ABB-F544-24EA153DBB62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FBEA38D-B775-CD3C-2112-49DA7E86BE5E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571CD5FA-B798-A642-1400-8200259F5E66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2D96A666-7D07-04AF-0B0B-18DF3EE3E6B2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087863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AF9F56-D6E1-60AF-B9AB-32D4C027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A60372-0C71-56C0-CDA2-A7C76653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43528A-E0B5-3CF5-A94C-10D28837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7FF266E-380C-087B-9ADE-4D3A88DB7707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2412573" y="1676237"/>
            <a:ext cx="2109054" cy="5938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9DCA098-B752-206D-F66D-3DFB9EB6582C}"/>
              </a:ext>
            </a:extLst>
          </p:cNvPr>
          <p:cNvSpPr>
            <a:spLocks noGrp="1"/>
          </p:cNvSpPr>
          <p:nvPr>
            <p:ph type="body" sz="half" idx="47"/>
          </p:nvPr>
        </p:nvSpPr>
        <p:spPr>
          <a:xfrm>
            <a:off x="2412573" y="2287783"/>
            <a:ext cx="2109054" cy="92883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D260941-35B9-EF0C-047D-9BD199D6F463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2880225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5685002-2A0D-37E9-CBF2-4EBB72FA6530}"/>
              </a:ext>
            </a:extLst>
          </p:cNvPr>
          <p:cNvSpPr>
            <a:spLocks noGrp="1"/>
          </p:cNvSpPr>
          <p:nvPr>
            <p:ph type="body" idx="60"/>
          </p:nvPr>
        </p:nvSpPr>
        <p:spPr>
          <a:xfrm>
            <a:off x="3727023" y="4686836"/>
            <a:ext cx="2109054" cy="5938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2F6062FE-67A3-63AD-DBD9-EC795018F007}"/>
              </a:ext>
            </a:extLst>
          </p:cNvPr>
          <p:cNvSpPr>
            <a:spLocks noGrp="1"/>
          </p:cNvSpPr>
          <p:nvPr>
            <p:ph type="body" sz="half" idx="61"/>
          </p:nvPr>
        </p:nvSpPr>
        <p:spPr>
          <a:xfrm>
            <a:off x="3727023" y="5298382"/>
            <a:ext cx="2109054" cy="92883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DBD10E3-B1EC-8E35-D1DC-C9FA27F6A9BE}"/>
              </a:ext>
            </a:extLst>
          </p:cNvPr>
          <p:cNvSpPr>
            <a:spLocks noGrp="1"/>
          </p:cNvSpPr>
          <p:nvPr>
            <p:ph type="body" idx="62" hasCustomPrompt="1"/>
          </p:nvPr>
        </p:nvSpPr>
        <p:spPr>
          <a:xfrm>
            <a:off x="4194975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D4F38ED-8565-AEDA-2FEC-40CEB4292B7F}"/>
              </a:ext>
            </a:extLst>
          </p:cNvPr>
          <p:cNvSpPr>
            <a:spLocks noGrp="1"/>
          </p:cNvSpPr>
          <p:nvPr>
            <p:ph type="body" idx="64"/>
          </p:nvPr>
        </p:nvSpPr>
        <p:spPr>
          <a:xfrm>
            <a:off x="5041473" y="1676237"/>
            <a:ext cx="2109054" cy="5938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1AC236D1-E042-CA29-FF26-B932EFD8559D}"/>
              </a:ext>
            </a:extLst>
          </p:cNvPr>
          <p:cNvSpPr>
            <a:spLocks noGrp="1"/>
          </p:cNvSpPr>
          <p:nvPr>
            <p:ph type="body" sz="half" idx="65"/>
          </p:nvPr>
        </p:nvSpPr>
        <p:spPr>
          <a:xfrm>
            <a:off x="5041473" y="2287783"/>
            <a:ext cx="2109054" cy="92883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2437709-B235-890E-74FB-178A1BF0DF9C}"/>
              </a:ext>
            </a:extLst>
          </p:cNvPr>
          <p:cNvSpPr>
            <a:spLocks noGrp="1"/>
          </p:cNvSpPr>
          <p:nvPr>
            <p:ph type="body" idx="66" hasCustomPrompt="1"/>
          </p:nvPr>
        </p:nvSpPr>
        <p:spPr>
          <a:xfrm>
            <a:off x="5509725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F8E5659E-AC7B-971C-3992-E35FA19D1D30}"/>
              </a:ext>
            </a:extLst>
          </p:cNvPr>
          <p:cNvSpPr>
            <a:spLocks noGrp="1"/>
          </p:cNvSpPr>
          <p:nvPr>
            <p:ph type="body" idx="68"/>
          </p:nvPr>
        </p:nvSpPr>
        <p:spPr>
          <a:xfrm>
            <a:off x="6355923" y="4651200"/>
            <a:ext cx="2109054" cy="5938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D6B3D5A-D839-9DF6-6DF0-B1D84B966584}"/>
              </a:ext>
            </a:extLst>
          </p:cNvPr>
          <p:cNvSpPr>
            <a:spLocks noGrp="1"/>
          </p:cNvSpPr>
          <p:nvPr>
            <p:ph type="body" sz="half" idx="69"/>
          </p:nvPr>
        </p:nvSpPr>
        <p:spPr>
          <a:xfrm>
            <a:off x="6355923" y="5262746"/>
            <a:ext cx="2109054" cy="92883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69C34A3E-02E8-3FA1-43BA-950C611A726C}"/>
              </a:ext>
            </a:extLst>
          </p:cNvPr>
          <p:cNvSpPr>
            <a:spLocks noGrp="1"/>
          </p:cNvSpPr>
          <p:nvPr>
            <p:ph type="body" idx="70" hasCustomPrompt="1"/>
          </p:nvPr>
        </p:nvSpPr>
        <p:spPr>
          <a:xfrm>
            <a:off x="6824475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5636754-3087-4B43-4FDD-A96B90DC2809}"/>
              </a:ext>
            </a:extLst>
          </p:cNvPr>
          <p:cNvSpPr>
            <a:spLocks noGrp="1"/>
          </p:cNvSpPr>
          <p:nvPr>
            <p:ph type="body" idx="72"/>
          </p:nvPr>
        </p:nvSpPr>
        <p:spPr>
          <a:xfrm>
            <a:off x="7670373" y="1676237"/>
            <a:ext cx="2109054" cy="5938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20DA6248-1609-74E4-4027-1A40755A4A67}"/>
              </a:ext>
            </a:extLst>
          </p:cNvPr>
          <p:cNvSpPr>
            <a:spLocks noGrp="1"/>
          </p:cNvSpPr>
          <p:nvPr>
            <p:ph type="body" sz="half" idx="73"/>
          </p:nvPr>
        </p:nvSpPr>
        <p:spPr>
          <a:xfrm>
            <a:off x="7670373" y="2287783"/>
            <a:ext cx="2109054" cy="92883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4B0DB750-7930-BF6D-91FF-5758853FBEE9}"/>
              </a:ext>
            </a:extLst>
          </p:cNvPr>
          <p:cNvSpPr>
            <a:spLocks noGrp="1"/>
          </p:cNvSpPr>
          <p:nvPr>
            <p:ph type="body" idx="74" hasCustomPrompt="1"/>
          </p:nvPr>
        </p:nvSpPr>
        <p:spPr>
          <a:xfrm>
            <a:off x="8139224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E4FC2B-190D-0DFD-E5B6-496BBD4734EE}"/>
              </a:ext>
            </a:extLst>
          </p:cNvPr>
          <p:cNvGrpSpPr/>
          <p:nvPr userDrawn="1"/>
        </p:nvGrpSpPr>
        <p:grpSpPr>
          <a:xfrm>
            <a:off x="2826473" y="3280005"/>
            <a:ext cx="6539055" cy="1307812"/>
            <a:chOff x="3480378" y="3357980"/>
            <a:chExt cx="6539055" cy="1307812"/>
          </a:xfrm>
        </p:grpSpPr>
        <p:sp>
          <p:nvSpPr>
            <p:cNvPr id="4" name="Arc 47">
              <a:extLst>
                <a:ext uri="{FF2B5EF4-FFF2-40B4-BE49-F238E27FC236}">
                  <a16:creationId xmlns:a16="http://schemas.microsoft.com/office/drawing/2014/main" id="{01BD6E69-4E86-985A-82DD-946EA17CAB6F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Arc 47">
              <a:extLst>
                <a:ext uri="{FF2B5EF4-FFF2-40B4-BE49-F238E27FC236}">
                  <a16:creationId xmlns:a16="http://schemas.microsoft.com/office/drawing/2014/main" id="{749E5ABD-1E9B-87DB-001E-3B9AD7C402C2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Arc 48">
              <a:extLst>
                <a:ext uri="{FF2B5EF4-FFF2-40B4-BE49-F238E27FC236}">
                  <a16:creationId xmlns:a16="http://schemas.microsoft.com/office/drawing/2014/main" id="{4EED682E-7C1D-2E51-262F-EC7709C5BE07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Arc 47">
              <a:extLst>
                <a:ext uri="{FF2B5EF4-FFF2-40B4-BE49-F238E27FC236}">
                  <a16:creationId xmlns:a16="http://schemas.microsoft.com/office/drawing/2014/main" id="{FCFA4021-8914-0FE6-5379-1B8A1C46DE34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Arc 48">
              <a:extLst>
                <a:ext uri="{FF2B5EF4-FFF2-40B4-BE49-F238E27FC236}">
                  <a16:creationId xmlns:a16="http://schemas.microsoft.com/office/drawing/2014/main" id="{9766B678-66E1-4D54-30BD-84B98EE6F8A9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B5930D2E-0173-2CCA-5308-A84DE92B906A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19664681-2A6F-D92C-018B-CAD7A843C6F4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AA209DFC-E5AB-716D-3B7E-EB0014A2A0F5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B941FF93-7F9B-3AB9-901E-63AD5024716D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0A51A56D-3866-F013-6CA9-0A4B3F89AF84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96896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AF9F56-D6E1-60AF-B9AB-32D4C027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A60372-0C71-56C0-CDA2-A7C76653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43528A-E0B5-3CF5-A94C-10D28837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7FF266E-380C-087B-9ADE-4D3A88DB7707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1917277" y="1654816"/>
            <a:ext cx="1819744" cy="5938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9DCA098-B752-206D-F66D-3DFB9EB6582C}"/>
              </a:ext>
            </a:extLst>
          </p:cNvPr>
          <p:cNvSpPr>
            <a:spLocks noGrp="1"/>
          </p:cNvSpPr>
          <p:nvPr>
            <p:ph type="body" sz="half" idx="47"/>
          </p:nvPr>
        </p:nvSpPr>
        <p:spPr>
          <a:xfrm>
            <a:off x="1917277" y="2266362"/>
            <a:ext cx="1819744" cy="9598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D260941-35B9-EF0C-047D-9BD199D6F463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2230335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27899AC-EF49-17A5-3330-194993DF10F7}"/>
              </a:ext>
            </a:extLst>
          </p:cNvPr>
          <p:cNvSpPr>
            <a:spLocks noGrp="1"/>
          </p:cNvSpPr>
          <p:nvPr>
            <p:ph type="body" idx="60"/>
          </p:nvPr>
        </p:nvSpPr>
        <p:spPr>
          <a:xfrm>
            <a:off x="3226366" y="4682364"/>
            <a:ext cx="1819744" cy="5938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A653951-A776-C0C9-C872-DD1EA102AF39}"/>
              </a:ext>
            </a:extLst>
          </p:cNvPr>
          <p:cNvSpPr>
            <a:spLocks noGrp="1"/>
          </p:cNvSpPr>
          <p:nvPr>
            <p:ph type="body" sz="half" idx="61"/>
          </p:nvPr>
        </p:nvSpPr>
        <p:spPr>
          <a:xfrm>
            <a:off x="3226366" y="5293910"/>
            <a:ext cx="1819744" cy="9598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EF5756B-49C8-4618-CA6F-91EF4E83970E}"/>
              </a:ext>
            </a:extLst>
          </p:cNvPr>
          <p:cNvSpPr>
            <a:spLocks noGrp="1"/>
          </p:cNvSpPr>
          <p:nvPr>
            <p:ph type="body" idx="62" hasCustomPrompt="1"/>
          </p:nvPr>
        </p:nvSpPr>
        <p:spPr>
          <a:xfrm>
            <a:off x="3538573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3174590-B087-FC88-C3C5-5FA802601E45}"/>
              </a:ext>
            </a:extLst>
          </p:cNvPr>
          <p:cNvSpPr>
            <a:spLocks noGrp="1"/>
          </p:cNvSpPr>
          <p:nvPr>
            <p:ph type="body" idx="64"/>
          </p:nvPr>
        </p:nvSpPr>
        <p:spPr>
          <a:xfrm>
            <a:off x="4535457" y="1651506"/>
            <a:ext cx="1819744" cy="5938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68C2886-78F1-8B12-01E6-6A6D53DFBA52}"/>
              </a:ext>
            </a:extLst>
          </p:cNvPr>
          <p:cNvSpPr>
            <a:spLocks noGrp="1"/>
          </p:cNvSpPr>
          <p:nvPr>
            <p:ph type="body" sz="half" idx="65"/>
          </p:nvPr>
        </p:nvSpPr>
        <p:spPr>
          <a:xfrm>
            <a:off x="4535457" y="2263052"/>
            <a:ext cx="1819744" cy="9598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4BB50-8978-9F59-1A82-284828E628EB}"/>
              </a:ext>
            </a:extLst>
          </p:cNvPr>
          <p:cNvSpPr>
            <a:spLocks noGrp="1"/>
          </p:cNvSpPr>
          <p:nvPr>
            <p:ph type="body" idx="66" hasCustomPrompt="1"/>
          </p:nvPr>
        </p:nvSpPr>
        <p:spPr>
          <a:xfrm>
            <a:off x="4846811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5FC4B1A-6A59-74A2-27AF-C1606A9108E2}"/>
              </a:ext>
            </a:extLst>
          </p:cNvPr>
          <p:cNvSpPr>
            <a:spLocks noGrp="1"/>
          </p:cNvSpPr>
          <p:nvPr>
            <p:ph type="body" idx="68"/>
          </p:nvPr>
        </p:nvSpPr>
        <p:spPr>
          <a:xfrm>
            <a:off x="5844547" y="4682364"/>
            <a:ext cx="1819744" cy="5938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6FE78FA-0D89-4D65-5C83-4A2214B7EC81}"/>
              </a:ext>
            </a:extLst>
          </p:cNvPr>
          <p:cNvSpPr>
            <a:spLocks noGrp="1"/>
          </p:cNvSpPr>
          <p:nvPr>
            <p:ph type="body" sz="half" idx="69"/>
          </p:nvPr>
        </p:nvSpPr>
        <p:spPr>
          <a:xfrm>
            <a:off x="5844547" y="5293910"/>
            <a:ext cx="1819744" cy="9598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DAD2950-6958-384D-648A-138353E629C3}"/>
              </a:ext>
            </a:extLst>
          </p:cNvPr>
          <p:cNvSpPr>
            <a:spLocks noGrp="1"/>
          </p:cNvSpPr>
          <p:nvPr>
            <p:ph type="body" idx="70" hasCustomPrompt="1"/>
          </p:nvPr>
        </p:nvSpPr>
        <p:spPr>
          <a:xfrm>
            <a:off x="6155049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0F88DAC-B62E-EE36-418C-B487881CD5D1}"/>
              </a:ext>
            </a:extLst>
          </p:cNvPr>
          <p:cNvSpPr>
            <a:spLocks noGrp="1"/>
          </p:cNvSpPr>
          <p:nvPr>
            <p:ph type="body" idx="72"/>
          </p:nvPr>
        </p:nvSpPr>
        <p:spPr>
          <a:xfrm>
            <a:off x="7153637" y="1651506"/>
            <a:ext cx="1819744" cy="5938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9E72668A-FD0E-C62F-7394-48EE854225F1}"/>
              </a:ext>
            </a:extLst>
          </p:cNvPr>
          <p:cNvSpPr>
            <a:spLocks noGrp="1"/>
          </p:cNvSpPr>
          <p:nvPr>
            <p:ph type="body" sz="half" idx="73"/>
          </p:nvPr>
        </p:nvSpPr>
        <p:spPr>
          <a:xfrm>
            <a:off x="7153637" y="2263052"/>
            <a:ext cx="1819744" cy="9598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371410E-C73D-33EA-18D5-871B065BF1D4}"/>
              </a:ext>
            </a:extLst>
          </p:cNvPr>
          <p:cNvSpPr>
            <a:spLocks noGrp="1"/>
          </p:cNvSpPr>
          <p:nvPr>
            <p:ph type="body" idx="74" hasCustomPrompt="1"/>
          </p:nvPr>
        </p:nvSpPr>
        <p:spPr>
          <a:xfrm>
            <a:off x="7463287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56422E81-6FED-2EDF-41D1-C525B515D404}"/>
              </a:ext>
            </a:extLst>
          </p:cNvPr>
          <p:cNvSpPr>
            <a:spLocks noGrp="1"/>
          </p:cNvSpPr>
          <p:nvPr>
            <p:ph type="body" idx="76"/>
          </p:nvPr>
        </p:nvSpPr>
        <p:spPr>
          <a:xfrm>
            <a:off x="8462728" y="4686498"/>
            <a:ext cx="1819744" cy="5938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A06C2106-8122-4339-1E2F-692A8A8E981E}"/>
              </a:ext>
            </a:extLst>
          </p:cNvPr>
          <p:cNvSpPr>
            <a:spLocks noGrp="1"/>
          </p:cNvSpPr>
          <p:nvPr>
            <p:ph type="body" sz="half" idx="77"/>
          </p:nvPr>
        </p:nvSpPr>
        <p:spPr>
          <a:xfrm>
            <a:off x="8462728" y="5298044"/>
            <a:ext cx="1819744" cy="95983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CEE632C-81A0-ABEE-A821-013C96EC124A}"/>
              </a:ext>
            </a:extLst>
          </p:cNvPr>
          <p:cNvSpPr>
            <a:spLocks noGrp="1"/>
          </p:cNvSpPr>
          <p:nvPr>
            <p:ph type="body" idx="78" hasCustomPrompt="1"/>
          </p:nvPr>
        </p:nvSpPr>
        <p:spPr>
          <a:xfrm>
            <a:off x="8771527" y="3735911"/>
            <a:ext cx="1188000" cy="39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latin typeface="+mj-lt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Milestone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4F5BDF8-4D0B-01E6-533E-5036999E8C82}"/>
              </a:ext>
            </a:extLst>
          </p:cNvPr>
          <p:cNvGrpSpPr/>
          <p:nvPr userDrawn="1"/>
        </p:nvGrpSpPr>
        <p:grpSpPr>
          <a:xfrm>
            <a:off x="2172567" y="3280005"/>
            <a:ext cx="7846866" cy="1307812"/>
            <a:chOff x="2105892" y="3357980"/>
            <a:chExt cx="7846866" cy="1307812"/>
          </a:xfrm>
        </p:grpSpPr>
        <p:sp>
          <p:nvSpPr>
            <p:cNvPr id="27" name="Arc 48">
              <a:extLst>
                <a:ext uri="{FF2B5EF4-FFF2-40B4-BE49-F238E27FC236}">
                  <a16:creationId xmlns:a16="http://schemas.microsoft.com/office/drawing/2014/main" id="{65429E1D-4A0B-4336-6196-487BDB36DA24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Arc 47">
              <a:extLst>
                <a:ext uri="{FF2B5EF4-FFF2-40B4-BE49-F238E27FC236}">
                  <a16:creationId xmlns:a16="http://schemas.microsoft.com/office/drawing/2014/main" id="{A2065A32-F2DC-3080-258B-F3598FCF2857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Arc 47">
              <a:extLst>
                <a:ext uri="{FF2B5EF4-FFF2-40B4-BE49-F238E27FC236}">
                  <a16:creationId xmlns:a16="http://schemas.microsoft.com/office/drawing/2014/main" id="{D758775F-3842-06E7-060F-3BC4D84B1AC7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Arc 48">
              <a:extLst>
                <a:ext uri="{FF2B5EF4-FFF2-40B4-BE49-F238E27FC236}">
                  <a16:creationId xmlns:a16="http://schemas.microsoft.com/office/drawing/2014/main" id="{3CE55128-7BE6-FFE9-781A-68DB4B471710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Arc 47">
              <a:extLst>
                <a:ext uri="{FF2B5EF4-FFF2-40B4-BE49-F238E27FC236}">
                  <a16:creationId xmlns:a16="http://schemas.microsoft.com/office/drawing/2014/main" id="{2CCD222B-C320-14BC-4380-34B8352A0A0C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Arc 48">
              <a:extLst>
                <a:ext uri="{FF2B5EF4-FFF2-40B4-BE49-F238E27FC236}">
                  <a16:creationId xmlns:a16="http://schemas.microsoft.com/office/drawing/2014/main" id="{028A641D-769E-D93A-E2AA-DB17614CEBD9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76B9D0A9-E0A4-1335-CADE-C54CDA437136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691184FE-40E9-0FB1-DB5D-9BDEAED1A90C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20E88915-938F-BFAB-25C7-9F3287A17FA3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2C7EFBA2-0929-8F29-6425-953A505073AC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3150093C-33A4-433E-2814-A007FA2582EC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1764A5F0-29B8-6E7F-D5EA-335EF0800CB1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467741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5904" userDrawn="1">
          <p15:clr>
            <a:srgbClr val="FBAE40"/>
          </p15:clr>
        </p15:guide>
        <p15:guide id="3" pos="1776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AF9F56-D6E1-60AF-B9AB-32D4C027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A60372-0C71-56C0-CDA2-A7C76653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43528A-E0B5-3CF5-A94C-10D28837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6574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BC8F8-C192-82E5-52A8-5EC44A6F53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7375" y="6273800"/>
            <a:ext cx="1439863" cy="365125"/>
          </a:xfrm>
        </p:spPr>
        <p:txBody>
          <a:bodyPr/>
          <a:lstStyle/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40A86D8-92FC-F468-2279-36E3003D1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9751" y="6273800"/>
            <a:ext cx="349249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3098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69CB94A-189D-235E-9600-CE1D53E5C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0B7D68-8D3F-B182-23AD-CE8357C1410F}"/>
              </a:ext>
            </a:extLst>
          </p:cNvPr>
          <p:cNvSpPr/>
          <p:nvPr userDrawn="1"/>
        </p:nvSpPr>
        <p:spPr>
          <a:xfrm>
            <a:off x="757109" y="1703491"/>
            <a:ext cx="2971800" cy="2971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4AEEB7A5-6D8A-2513-925D-0798885720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1" y="4797425"/>
            <a:ext cx="3165216" cy="38067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text</a:t>
            </a:r>
            <a:endParaRPr lang="en-ID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DFE55438-0EE0-6B78-431B-31E8F43D81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400" y="5250095"/>
            <a:ext cx="3165218" cy="9951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C1BB52C-FFF3-6F85-C4E2-F0F9A991233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9478" y="2809299"/>
            <a:ext cx="2727064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8FBAE3-788E-7EF5-2A79-127B11D92772}"/>
              </a:ext>
            </a:extLst>
          </p:cNvPr>
          <p:cNvSpPr/>
          <p:nvPr userDrawn="1"/>
        </p:nvSpPr>
        <p:spPr>
          <a:xfrm>
            <a:off x="4555838" y="1882591"/>
            <a:ext cx="2613600" cy="2613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3422BD9D-25AA-460A-FB52-5AF0E0C5000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80030" y="4797425"/>
            <a:ext cx="3165216" cy="38067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text</a:t>
            </a:r>
            <a:endParaRPr lang="en-ID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37364402-0ED3-B367-A440-BB5026DE691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280029" y="5250095"/>
            <a:ext cx="3165218" cy="9951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9BCC330-7E8A-FED8-BE11-5CD1B2008CE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648200" y="2809299"/>
            <a:ext cx="2428876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A07AD22-33A0-505B-E33F-7C941A327DCA}"/>
              </a:ext>
            </a:extLst>
          </p:cNvPr>
          <p:cNvSpPr/>
          <p:nvPr userDrawn="1"/>
        </p:nvSpPr>
        <p:spPr>
          <a:xfrm>
            <a:off x="8355466" y="2062591"/>
            <a:ext cx="2253600" cy="2253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5D2FD68E-C57D-AC7C-FE37-8A2A1E2126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899658" y="4797425"/>
            <a:ext cx="3165216" cy="38067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text</a:t>
            </a:r>
            <a:endParaRPr lang="en-ID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12326B1-EB61-3C76-EBB5-FF20336F391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899657" y="5250095"/>
            <a:ext cx="3165218" cy="9951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F892D8C-8280-8B43-59CE-9A95F4E4182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424636" y="2809299"/>
            <a:ext cx="21152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4991728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6904596-B661-76A6-60BF-81A82DE70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098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7F3C33-0E61-B228-E4C7-DDCB4C39861C}"/>
              </a:ext>
            </a:extLst>
          </p:cNvPr>
          <p:cNvSpPr/>
          <p:nvPr userDrawn="1"/>
        </p:nvSpPr>
        <p:spPr>
          <a:xfrm>
            <a:off x="4590416" y="3429148"/>
            <a:ext cx="2783840" cy="27838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DB4797-4578-BA88-9BD9-3D75A1D6C4D7}"/>
              </a:ext>
            </a:extLst>
          </p:cNvPr>
          <p:cNvSpPr/>
          <p:nvPr userDrawn="1"/>
        </p:nvSpPr>
        <p:spPr>
          <a:xfrm>
            <a:off x="4758188" y="3776020"/>
            <a:ext cx="2448296" cy="24482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C5A9AC-C999-BA70-F875-50F99AC601ED}"/>
              </a:ext>
            </a:extLst>
          </p:cNvPr>
          <p:cNvSpPr/>
          <p:nvPr userDrawn="1"/>
        </p:nvSpPr>
        <p:spPr>
          <a:xfrm>
            <a:off x="4926804" y="4124636"/>
            <a:ext cx="2111064" cy="211106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4D0F99-71F9-0D9D-2129-DB3420DB011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52272" y="3898426"/>
            <a:ext cx="2115260" cy="553026"/>
          </a:xfrm>
        </p:spPr>
        <p:txBody>
          <a:bodyPr anchor="ctr">
            <a:noAutofit/>
          </a:bodyPr>
          <a:lstStyle>
            <a:lvl1pPr marL="0" indent="0" algn="r"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E9CAA459-1FB2-2098-482A-C1A39B36E1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2808" y="2255062"/>
            <a:ext cx="4719056" cy="38067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4D444D7D-441C-41CF-66F0-FA9375AF6A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22807" y="2707732"/>
            <a:ext cx="4719058" cy="54361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5C434CBD-38EA-3FC1-0635-649590F2D1D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87376" y="4523452"/>
            <a:ext cx="3480157" cy="38067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C2D5BBBD-D677-CE42-DE27-7753A31734F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87375" y="4976122"/>
            <a:ext cx="3480157" cy="9951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2246BECC-DE7F-6E5D-8282-652CF1048F8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132396" y="4520912"/>
            <a:ext cx="3472228" cy="38067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8F49518D-2FBC-9774-875D-118B5D46E6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132395" y="4973582"/>
            <a:ext cx="3472230" cy="9951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D5994059-737B-9D95-1796-EF284D74784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18804" y="1740252"/>
            <a:ext cx="2727064" cy="442809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55FFE31-A4B3-743D-3EEB-0AD1BC6FC78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32395" y="3895886"/>
            <a:ext cx="2428876" cy="553026"/>
          </a:xfrm>
        </p:spPr>
        <p:txBody>
          <a:bodyPr anchor="ctr">
            <a:noAutofit/>
          </a:bodyPr>
          <a:lstStyle>
            <a:lvl1pPr marL="0" indent="0" algn="l">
              <a:buNone/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D08E93-C9C3-63C9-E222-DE25568C9C81}"/>
              </a:ext>
            </a:extLst>
          </p:cNvPr>
          <p:cNvCxnSpPr>
            <a:cxnSpLocks/>
            <a:stCxn id="6" idx="0"/>
            <a:endCxn id="11" idx="2"/>
          </p:cNvCxnSpPr>
          <p:nvPr userDrawn="1"/>
        </p:nvCxnSpPr>
        <p:spPr>
          <a:xfrm flipV="1">
            <a:off x="5982336" y="3251350"/>
            <a:ext cx="0" cy="177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0">
            <a:extLst>
              <a:ext uri="{FF2B5EF4-FFF2-40B4-BE49-F238E27FC236}">
                <a16:creationId xmlns:a16="http://schemas.microsoft.com/office/drawing/2014/main" id="{9CFD3991-CBAA-7533-43DD-1C9B3FCEBB99}"/>
              </a:ext>
            </a:extLst>
          </p:cNvPr>
          <p:cNvCxnSpPr>
            <a:cxnSpLocks/>
            <a:stCxn id="9" idx="3"/>
            <a:endCxn id="7" idx="2"/>
          </p:cNvCxnSpPr>
          <p:nvPr userDrawn="1"/>
        </p:nvCxnSpPr>
        <p:spPr>
          <a:xfrm>
            <a:off x="4067532" y="4174939"/>
            <a:ext cx="690656" cy="82522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2">
            <a:extLst>
              <a:ext uri="{FF2B5EF4-FFF2-40B4-BE49-F238E27FC236}">
                <a16:creationId xmlns:a16="http://schemas.microsoft.com/office/drawing/2014/main" id="{0BB66210-38E5-72FA-9279-A5A6EE4A33B5}"/>
              </a:ext>
            </a:extLst>
          </p:cNvPr>
          <p:cNvCxnSpPr>
            <a:cxnSpLocks/>
            <a:stCxn id="8" idx="6"/>
            <a:endCxn id="17" idx="1"/>
          </p:cNvCxnSpPr>
          <p:nvPr userDrawn="1"/>
        </p:nvCxnSpPr>
        <p:spPr>
          <a:xfrm flipV="1">
            <a:off x="7037868" y="4172399"/>
            <a:ext cx="1094527" cy="100776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10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image" Target="../media/image1.jpeg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3" r:id="rId3"/>
    <p:sldLayoutId id="2147483664" r:id="rId4"/>
    <p:sldLayoutId id="2147483721" r:id="rId5"/>
    <p:sldLayoutId id="2147483666" r:id="rId6"/>
    <p:sldLayoutId id="2147483724" r:id="rId7"/>
    <p:sldLayoutId id="2147483725" r:id="rId8"/>
    <p:sldLayoutId id="2147483726" r:id="rId9"/>
    <p:sldLayoutId id="2147483727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57E25-C674-3745-6594-912F15B98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847056"/>
            <a:ext cx="11017250" cy="44267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64DF9-DAEC-F283-848F-16438F855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A0EC6-5648-844A-8827-911B0095903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2390A06B-2D1F-A145-446B-BF268052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7250" cy="10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D227A9A-BF27-C878-C29C-004A9358CE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2" name="Group 1" hidden="1">
            <a:extLst>
              <a:ext uri="{FF2B5EF4-FFF2-40B4-BE49-F238E27FC236}">
                <a16:creationId xmlns:a16="http://schemas.microsoft.com/office/drawing/2014/main" id="{D1DC99F9-A7F1-6252-4614-8935178C640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5" name="Group 4" hidden="1">
              <a:extLst>
                <a:ext uri="{FF2B5EF4-FFF2-40B4-BE49-F238E27FC236}">
                  <a16:creationId xmlns:a16="http://schemas.microsoft.com/office/drawing/2014/main" id="{00F77AEF-06A0-00D5-07FF-1CE8D96C08C5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7" name="Rectangle 6" hidden="1">
                <a:extLst>
                  <a:ext uri="{FF2B5EF4-FFF2-40B4-BE49-F238E27FC236}">
                    <a16:creationId xmlns:a16="http://schemas.microsoft.com/office/drawing/2014/main" id="{398A29F7-61B0-EA0D-1C8E-CFD9C92AF445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7" hidden="1">
                <a:extLst>
                  <a:ext uri="{FF2B5EF4-FFF2-40B4-BE49-F238E27FC236}">
                    <a16:creationId xmlns:a16="http://schemas.microsoft.com/office/drawing/2014/main" id="{BDA88EBB-EC25-8E05-1CBB-3E3416454070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 hidden="1">
                <a:extLst>
                  <a:ext uri="{FF2B5EF4-FFF2-40B4-BE49-F238E27FC236}">
                    <a16:creationId xmlns:a16="http://schemas.microsoft.com/office/drawing/2014/main" id="{3D898337-1D11-2199-4C55-B40A7EC9CDA6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 hidden="1">
                <a:extLst>
                  <a:ext uri="{FF2B5EF4-FFF2-40B4-BE49-F238E27FC236}">
                    <a16:creationId xmlns:a16="http://schemas.microsoft.com/office/drawing/2014/main" id="{9F6CECDD-9413-B906-73B3-201D5601968A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 hidden="1">
                <a:extLst>
                  <a:ext uri="{FF2B5EF4-FFF2-40B4-BE49-F238E27FC236}">
                    <a16:creationId xmlns:a16="http://schemas.microsoft.com/office/drawing/2014/main" id="{DBB8C9B5-F256-77F7-E6AF-0B4EBE0712AC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 hidden="1">
                <a:extLst>
                  <a:ext uri="{FF2B5EF4-FFF2-40B4-BE49-F238E27FC236}">
                    <a16:creationId xmlns:a16="http://schemas.microsoft.com/office/drawing/2014/main" id="{06D913B3-BA38-D000-DCCB-4C0968BBFE73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" name="Frame 5" hidden="1">
              <a:extLst>
                <a:ext uri="{FF2B5EF4-FFF2-40B4-BE49-F238E27FC236}">
                  <a16:creationId xmlns:a16="http://schemas.microsoft.com/office/drawing/2014/main" id="{16D9FA12-5625-D382-6496-D6AA2F4B07CD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201" y="6377199"/>
            <a:ext cx="254317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39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00" r:id="rId2"/>
    <p:sldLayoutId id="2147483701" r:id="rId3"/>
    <p:sldLayoutId id="2147483679" r:id="rId4"/>
    <p:sldLayoutId id="2147483702" r:id="rId5"/>
    <p:sldLayoutId id="2147483703" r:id="rId6"/>
    <p:sldLayoutId id="2147483665" r:id="rId7"/>
    <p:sldLayoutId id="2147483695" r:id="rId8"/>
    <p:sldLayoutId id="2147483688" r:id="rId9"/>
    <p:sldLayoutId id="2147483704" r:id="rId10"/>
    <p:sldLayoutId id="2147483705" r:id="rId11"/>
    <p:sldLayoutId id="2147483694" r:id="rId12"/>
    <p:sldLayoutId id="2147483693" r:id="rId13"/>
    <p:sldLayoutId id="2147483692" r:id="rId14"/>
    <p:sldLayoutId id="2147483706" r:id="rId15"/>
    <p:sldLayoutId id="2147483707" r:id="rId16"/>
    <p:sldLayoutId id="2147483709" r:id="rId17"/>
    <p:sldLayoutId id="2147483710" r:id="rId18"/>
    <p:sldLayoutId id="2147483711" r:id="rId19"/>
    <p:sldLayoutId id="2147483712" r:id="rId20"/>
    <p:sldLayoutId id="2147483708" r:id="rId21"/>
    <p:sldLayoutId id="2147483713" r:id="rId22"/>
    <p:sldLayoutId id="2147483672" r:id="rId23"/>
    <p:sldLayoutId id="2147483714" r:id="rId24"/>
    <p:sldLayoutId id="2147483671" r:id="rId25"/>
    <p:sldLayoutId id="2147483715" r:id="rId26"/>
    <p:sldLayoutId id="2147483663" r:id="rId27"/>
    <p:sldLayoutId id="2147483680" r:id="rId28"/>
    <p:sldLayoutId id="2147483673" r:id="rId29"/>
    <p:sldLayoutId id="2147483667" r:id="rId30"/>
    <p:sldLayoutId id="2147483668" r:id="rId31"/>
    <p:sldLayoutId id="2147483689" r:id="rId32"/>
    <p:sldLayoutId id="2147483716" r:id="rId33"/>
    <p:sldLayoutId id="2147483675" r:id="rId34"/>
    <p:sldLayoutId id="2147483676" r:id="rId35"/>
    <p:sldLayoutId id="2147483677" r:id="rId36"/>
    <p:sldLayoutId id="2147483678" r:id="rId37"/>
    <p:sldLayoutId id="2147483690" r:id="rId38"/>
    <p:sldLayoutId id="2147483691" r:id="rId39"/>
    <p:sldLayoutId id="2147483684" r:id="rId40"/>
    <p:sldLayoutId id="2147483685" r:id="rId41"/>
    <p:sldLayoutId id="2147483686" r:id="rId42"/>
    <p:sldLayoutId id="2147483687" r:id="rId43"/>
    <p:sldLayoutId id="2147483696" r:id="rId44"/>
    <p:sldLayoutId id="2147483697" r:id="rId45"/>
    <p:sldLayoutId id="2147483698" r:id="rId46"/>
    <p:sldLayoutId id="2147483699" r:id="rId47"/>
    <p:sldLayoutId id="2147483669" r:id="rId48"/>
    <p:sldLayoutId id="2147483670" r:id="rId49"/>
    <p:sldLayoutId id="2147483717" r:id="rId50"/>
    <p:sldLayoutId id="2147483718" r:id="rId5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MV Boli" panose="0200050003020009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 userDrawn="1">
          <p15:clr>
            <a:srgbClr val="F26B43"/>
          </p15:clr>
        </p15:guide>
        <p15:guide id="2" pos="370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orient="horz" pos="3952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1277" userDrawn="1">
          <p15:clr>
            <a:srgbClr val="F26B43"/>
          </p15:clr>
        </p15:guide>
        <p15:guide id="8" pos="2570" userDrawn="1">
          <p15:clr>
            <a:srgbClr val="F26B43"/>
          </p15:clr>
        </p15:guide>
        <p15:guide id="9" pos="5110" userDrawn="1">
          <p15:clr>
            <a:srgbClr val="F26B43"/>
          </p15:clr>
        </p15:guide>
        <p15:guide id="10" pos="64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ebookcentral.proquest.com/lib/dalarna/detail.action?docID=5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079E2-B216-4E47-883B-5AFF808257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sz="4400">
                <a:solidFill>
                  <a:srgbClr val="1F1F1F"/>
                </a:solidFill>
                <a:latin typeface="Arial"/>
                <a:cs typeface="MV Boli"/>
              </a:rPr>
              <a:t>ITIL4 Model For IT Service Management.</a:t>
            </a:r>
            <a:endParaRPr lang="sv-SE" sz="4400">
              <a:latin typeface="Arial"/>
              <a:cs typeface="MV Bol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09FA9-66C9-8235-C297-CEDF45331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375" y="5694361"/>
            <a:ext cx="11017250" cy="731254"/>
          </a:xfrm>
        </p:spPr>
        <p:txBody>
          <a:bodyPr/>
          <a:lstStyle/>
          <a:p>
            <a:r>
              <a:rPr lang="en-US">
                <a:ea typeface="Roboto"/>
                <a:cs typeface="Roboto"/>
              </a:rPr>
              <a:t>By Group 5</a:t>
            </a:r>
            <a:br>
              <a:rPr lang="en-US">
                <a:ea typeface="Roboto"/>
                <a:cs typeface="Roboto"/>
              </a:rPr>
            </a:br>
            <a:r>
              <a:rPr lang="en-US">
                <a:ea typeface="Roboto"/>
                <a:cs typeface="Roboto"/>
              </a:rPr>
              <a:t>Anna </a:t>
            </a:r>
            <a:r>
              <a:rPr lang="en-US" err="1">
                <a:ea typeface="Roboto"/>
                <a:cs typeface="Roboto"/>
              </a:rPr>
              <a:t>Backolars</a:t>
            </a:r>
            <a:r>
              <a:rPr lang="en-US">
                <a:ea typeface="Roboto"/>
                <a:cs typeface="Roboto"/>
              </a:rPr>
              <a:t>, </a:t>
            </a:r>
            <a:r>
              <a:rPr lang="en-US" err="1">
                <a:ea typeface="Roboto"/>
                <a:cs typeface="Roboto"/>
              </a:rPr>
              <a:t>Nengxi</a:t>
            </a:r>
            <a:r>
              <a:rPr lang="en-US">
                <a:ea typeface="Roboto"/>
                <a:cs typeface="Roboto"/>
              </a:rPr>
              <a:t> Peng, Ali Adrian Nasrat, </a:t>
            </a:r>
            <a:r>
              <a:rPr lang="en-US" err="1">
                <a:ea typeface="Roboto"/>
                <a:cs typeface="Roboto"/>
              </a:rPr>
              <a:t>Vehid</a:t>
            </a:r>
            <a:r>
              <a:rPr lang="en-US">
                <a:ea typeface="Roboto"/>
                <a:cs typeface="Roboto"/>
              </a:rPr>
              <a:t> </a:t>
            </a:r>
            <a:r>
              <a:rPr lang="en-US" err="1">
                <a:ea typeface="Roboto"/>
                <a:cs typeface="Roboto"/>
              </a:rPr>
              <a:t>Sumic</a:t>
            </a:r>
            <a:br>
              <a:rPr lang="en-US">
                <a:ea typeface="Roboto"/>
                <a:cs typeface="Roboto"/>
              </a:rPr>
            </a:br>
            <a:endParaRPr lang="en-US">
              <a:ea typeface="Roboto"/>
              <a:cs typeface="Roboto"/>
            </a:endParaRPr>
          </a:p>
        </p:txBody>
      </p:sp>
      <p:pic>
        <p:nvPicPr>
          <p:cNvPr id="6" name="Bildobjekt 5" descr="En bild som visar klädsel, inomhus, person, Jobb&#10;&#10;AI-genererat innehåll kan vara felaktigt.">
            <a:extLst>
              <a:ext uri="{FF2B5EF4-FFF2-40B4-BE49-F238E27FC236}">
                <a16:creationId xmlns:a16="http://schemas.microsoft.com/office/drawing/2014/main" id="{E53CB634-D735-7FA4-0706-3F76D3F3E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07" y="194388"/>
            <a:ext cx="12194512" cy="430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6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" name="Rectangle 1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5AFF492-981F-CE65-CD01-4A9DAB192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88" y="325369"/>
            <a:ext cx="5316216" cy="1956841"/>
          </a:xfrm>
        </p:spPr>
        <p:txBody>
          <a:bodyPr anchor="b">
            <a:normAutofit/>
          </a:bodyPr>
          <a:lstStyle/>
          <a:p>
            <a:r>
              <a:rPr lang="sv-SE" sz="4800">
                <a:ea typeface="+mj-lt"/>
                <a:cs typeface="+mj-lt"/>
              </a:rPr>
              <a:t> What is ITIL4 &amp; SVS</a:t>
            </a:r>
            <a:endParaRPr lang="sv-SE" sz="4800"/>
          </a:p>
        </p:txBody>
      </p:sp>
      <p:sp>
        <p:nvSpPr>
          <p:cNvPr id="1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BAD3CBC-17A6-1218-15A4-3CE65EA3C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542" y="3429744"/>
            <a:ext cx="4644127" cy="34281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World’s leading ITSM framework</a:t>
            </a:r>
            <a:endParaRPr lang="sv-SE">
              <a:ea typeface="+mn-lt"/>
              <a:cs typeface="+mn-lt"/>
            </a:endParaRPr>
          </a:p>
          <a:p>
            <a:pPr marL="0" indent="0">
              <a:buNone/>
            </a:pPr>
            <a:endParaRPr lang="en-US" sz="22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Modern ITSM framework </a:t>
            </a:r>
            <a:endParaRPr lang="en-US" sz="1800"/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Globally adopted standard</a:t>
            </a:r>
            <a:endParaRPr lang="en-US" sz="1800"/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Focus on value creation</a:t>
            </a:r>
            <a:endParaRPr lang="en-US" sz="1800"/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Service Value System</a:t>
            </a:r>
            <a:endParaRPr lang="en-US" sz="1800"/>
          </a:p>
          <a:p>
            <a:pPr marL="0" indent="0">
              <a:buNone/>
            </a:pPr>
            <a:endParaRPr lang="en-US" sz="2200"/>
          </a:p>
          <a:p>
            <a:pPr>
              <a:buNone/>
            </a:pPr>
            <a:r>
              <a:rPr lang="en-US" sz="1500"/>
              <a:t>(Axelos Limited, 2019)</a:t>
            </a:r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8" name="Bildobjekt 7" descr="En bild som visar blå, Electric blue, Majorelleblå, mönster&#10;&#10;AI-genererat innehåll kan vara felaktigt.">
            <a:extLst>
              <a:ext uri="{FF2B5EF4-FFF2-40B4-BE49-F238E27FC236}">
                <a16:creationId xmlns:a16="http://schemas.microsoft.com/office/drawing/2014/main" id="{0B61D1F5-F386-5FB8-C31C-88B4C58A46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23" r="16524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9635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6D817-0FAE-1A26-55F7-4EF77D9EE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latshållare för innehåll 2" descr="Skrivbord i solljus">
            <a:extLst>
              <a:ext uri="{FF2B5EF4-FFF2-40B4-BE49-F238E27FC236}">
                <a16:creationId xmlns:a16="http://schemas.microsoft.com/office/drawing/2014/main" id="{3A6E791A-F070-5E88-12D7-D9ED194960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2" r="4404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7" name="Rectangle 13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A4241A0-D705-1E7D-E82C-75BE0B87C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sv-SE" sz="4000"/>
              <a:t>ITIL3   vs  ITIL4</a:t>
            </a:r>
          </a:p>
        </p:txBody>
      </p:sp>
      <p:sp>
        <p:nvSpPr>
          <p:cNvPr id="58" name="Content Placeholder 57">
            <a:extLst>
              <a:ext uri="{FF2B5EF4-FFF2-40B4-BE49-F238E27FC236}">
                <a16:creationId xmlns:a16="http://schemas.microsoft.com/office/drawing/2014/main" id="{13A41599-2B96-9A9F-6DB5-8A0B037A7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endParaRPr lang="en-US" sz="2000"/>
          </a:p>
          <a:p>
            <a:r>
              <a:rPr lang="en" sz="2000">
                <a:latin typeface="Aptos"/>
                <a:ea typeface="+mn-lt"/>
                <a:cs typeface="+mn-lt"/>
              </a:rPr>
              <a:t>ITIL v3 is more built for processes and service lifecycle</a:t>
            </a:r>
            <a:endParaRPr lang="en" sz="2000">
              <a:latin typeface="Aptos"/>
            </a:endParaRPr>
          </a:p>
          <a:p>
            <a:r>
              <a:rPr lang="en" sz="2000">
                <a:latin typeface="Aptos"/>
              </a:rPr>
              <a:t>ITIL4 is more flexible and holistic and is based on the Service Value System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>
              <a:buNone/>
            </a:pPr>
            <a:endParaRPr lang="en-US" sz="1600"/>
          </a:p>
          <a:p>
            <a:pPr>
              <a:buNone/>
            </a:pPr>
            <a:r>
              <a:rPr lang="en-US" sz="1600"/>
              <a:t>         (Axelos Limited, 2019)</a:t>
            </a:r>
            <a:endParaRPr lang="en-US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90504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761B4A-B0D8-1DC3-5E96-1889105AB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2C745EE-E893-2EBF-2C2C-22665B7C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sv-SE" sz="3600" u="sng" err="1">
                <a:ea typeface="+mj-lt"/>
                <a:cs typeface="+mj-lt"/>
              </a:rPr>
              <a:t>Guiding</a:t>
            </a:r>
            <a:r>
              <a:rPr lang="sv-SE" sz="3600" u="sng">
                <a:ea typeface="+mj-lt"/>
                <a:cs typeface="+mj-lt"/>
              </a:rPr>
              <a:t> </a:t>
            </a:r>
            <a:r>
              <a:rPr lang="sv-SE" sz="3600" u="sng" err="1">
                <a:ea typeface="+mj-lt"/>
                <a:cs typeface="+mj-lt"/>
              </a:rPr>
              <a:t>Principles</a:t>
            </a:r>
            <a:endParaRPr lang="sv-SE"/>
          </a:p>
        </p:txBody>
      </p:sp>
      <p:pic>
        <p:nvPicPr>
          <p:cNvPr id="3" name="Platshållare för innehåll 2" descr="team brainstorm, modern, kontorsfoto, företag, kontor, vänner, möten ...">
            <a:extLst>
              <a:ext uri="{FF2B5EF4-FFF2-40B4-BE49-F238E27FC236}">
                <a16:creationId xmlns:a16="http://schemas.microsoft.com/office/drawing/2014/main" id="{E32ED89F-72C7-6EEE-0528-8F142F77A5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174" b="27174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58" name="Content Placeholder 57">
            <a:extLst>
              <a:ext uri="{FF2B5EF4-FFF2-40B4-BE49-F238E27FC236}">
                <a16:creationId xmlns:a16="http://schemas.microsoft.com/office/drawing/2014/main" id="{2E02F906-B14F-D40F-EC84-B28F8F7AA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9521" y="3997082"/>
            <a:ext cx="7485413" cy="25992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" sz="1400">
                <a:solidFill>
                  <a:srgbClr val="1F1F1F"/>
                </a:solidFill>
                <a:latin typeface="Aptos Display"/>
              </a:rPr>
              <a:t>Focus on value </a:t>
            </a:r>
            <a:endParaRPr lang="sv-SE"/>
          </a:p>
          <a:p>
            <a:pPr>
              <a:buFont typeface="Arial"/>
              <a:buChar char="•"/>
            </a:pPr>
            <a:r>
              <a:rPr lang="en" sz="1400">
                <a:solidFill>
                  <a:srgbClr val="1F1F1F"/>
                </a:solidFill>
                <a:latin typeface="Aptos Display"/>
              </a:rPr>
              <a:t>Start where you are </a:t>
            </a:r>
          </a:p>
          <a:p>
            <a:pPr>
              <a:buFont typeface="Arial"/>
              <a:buChar char="•"/>
            </a:pPr>
            <a:r>
              <a:rPr lang="en" sz="1400">
                <a:solidFill>
                  <a:srgbClr val="1F1F1F"/>
                </a:solidFill>
                <a:latin typeface="Aptos Display"/>
              </a:rPr>
              <a:t>Progress iteratively with feedback</a:t>
            </a:r>
          </a:p>
          <a:p>
            <a:pPr>
              <a:buFont typeface="Arial"/>
              <a:buChar char="•"/>
            </a:pPr>
            <a:r>
              <a:rPr lang="en" sz="1400">
                <a:solidFill>
                  <a:srgbClr val="1F1F1F"/>
                </a:solidFill>
                <a:latin typeface="Aptos Display"/>
              </a:rPr>
              <a:t>Collaborate and promote visibility</a:t>
            </a:r>
          </a:p>
          <a:p>
            <a:pPr>
              <a:buFont typeface="Arial"/>
              <a:buChar char="•"/>
            </a:pPr>
            <a:r>
              <a:rPr lang="en" sz="1400">
                <a:solidFill>
                  <a:srgbClr val="1F1F1F"/>
                </a:solidFill>
                <a:latin typeface="Aptos Display"/>
              </a:rPr>
              <a:t>Keep it simple and practical</a:t>
            </a:r>
          </a:p>
          <a:p>
            <a:pPr>
              <a:buFont typeface="Arial"/>
              <a:buChar char="•"/>
            </a:pPr>
            <a:r>
              <a:rPr lang="en" sz="1400">
                <a:solidFill>
                  <a:srgbClr val="1F1F1F"/>
                </a:solidFill>
                <a:latin typeface="Aptos Display"/>
              </a:rPr>
              <a:t>Optimize and automate</a:t>
            </a:r>
          </a:p>
          <a:p>
            <a:pPr marL="0" indent="0">
              <a:buNone/>
            </a:pPr>
            <a:r>
              <a:rPr lang="en-US" sz="1500">
                <a:solidFill>
                  <a:srgbClr val="000000"/>
                </a:solidFill>
                <a:latin typeface="Aptos"/>
              </a:rPr>
              <a:t>                            </a:t>
            </a:r>
            <a:r>
              <a:rPr lang="en-US" sz="1400">
                <a:solidFill>
                  <a:srgbClr val="000000"/>
                </a:solidFill>
                <a:latin typeface="Aptos"/>
              </a:rPr>
              <a:t>(Axelos Limited, 2019)</a:t>
            </a:r>
            <a:endParaRPr lang="en" sz="1400">
              <a:solidFill>
                <a:srgbClr val="000000"/>
              </a:solidFill>
              <a:latin typeface="Aptos"/>
            </a:endParaRPr>
          </a:p>
          <a:p>
            <a:pPr>
              <a:buFont typeface="Arial"/>
              <a:buChar char="•"/>
            </a:pPr>
            <a:endParaRPr lang="en" sz="1400">
              <a:solidFill>
                <a:srgbClr val="1F1F1F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844356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FA99652-E55F-28AB-095A-BF1C74052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808" y="309465"/>
            <a:ext cx="3932237" cy="1071466"/>
          </a:xfrm>
        </p:spPr>
        <p:txBody>
          <a:bodyPr/>
          <a:lstStyle/>
          <a:p>
            <a:r>
              <a:rPr lang="sv-SE"/>
              <a:t>ITIL4 Service </a:t>
            </a:r>
            <a:r>
              <a:rPr lang="sv-SE" err="1"/>
              <a:t>Value</a:t>
            </a:r>
            <a:r>
              <a:rPr lang="sv-SE"/>
              <a:t> System (SVS)</a:t>
            </a:r>
          </a:p>
        </p:txBody>
      </p:sp>
      <p:pic>
        <p:nvPicPr>
          <p:cNvPr id="5" name="Platshållare för innehåll 4" descr="ITIL Framework: Overview &amp; Best Practices">
            <a:extLst>
              <a:ext uri="{FF2B5EF4-FFF2-40B4-BE49-F238E27FC236}">
                <a16:creationId xmlns:a16="http://schemas.microsoft.com/office/drawing/2014/main" id="{333F6ADB-9EA7-CAB6-5122-ED4F5699CE1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6329" r="16329"/>
          <a:stretch/>
        </p:blipFill>
        <p:spPr>
          <a:prstGeom prst="rect">
            <a:avLst/>
          </a:prstGeom>
        </p:spPr>
      </p:pic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AE2A8AFE-92CF-8E0C-EA1A-7130E998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7564"/>
            <a:ext cx="4196604" cy="505566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sv-SE"/>
          </a:p>
          <a:p>
            <a:r>
              <a:rPr lang="sv-SE" err="1">
                <a:latin typeface="Aptos Display"/>
              </a:rPr>
              <a:t>Guiding</a:t>
            </a:r>
            <a:r>
              <a:rPr lang="sv-SE">
                <a:latin typeface="Aptos Display"/>
              </a:rPr>
              <a:t> </a:t>
            </a:r>
            <a:r>
              <a:rPr lang="sv-SE" err="1">
                <a:latin typeface="Aptos Display"/>
              </a:rPr>
              <a:t>Principles</a:t>
            </a:r>
            <a:r>
              <a:rPr lang="sv-SE">
                <a:latin typeface="Aptos Display"/>
              </a:rPr>
              <a:t>:</a:t>
            </a:r>
          </a:p>
          <a:p>
            <a:r>
              <a:rPr lang="sv-SE" sz="1200" i="1" err="1">
                <a:latin typeface="Aptos Display"/>
              </a:rPr>
              <a:t>Core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recommendations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that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help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organizations</a:t>
            </a:r>
            <a:r>
              <a:rPr lang="sv-SE" sz="1200" i="1">
                <a:latin typeface="Aptos Display"/>
              </a:rPr>
              <a:t> make </a:t>
            </a:r>
            <a:r>
              <a:rPr lang="sv-SE" sz="1200" i="1" err="1">
                <a:latin typeface="Aptos Display"/>
              </a:rPr>
              <a:t>decisions</a:t>
            </a:r>
            <a:br>
              <a:rPr lang="sv-SE" sz="1200">
                <a:latin typeface="Aptos Display"/>
              </a:rPr>
            </a:br>
            <a:br>
              <a:rPr lang="sv-SE" sz="1200">
                <a:latin typeface="Aptos Display"/>
              </a:rPr>
            </a:br>
            <a:r>
              <a:rPr lang="sv-SE" err="1">
                <a:latin typeface="Aptos Display"/>
              </a:rPr>
              <a:t>Governance</a:t>
            </a:r>
            <a:r>
              <a:rPr lang="sv-SE">
                <a:latin typeface="Aptos Display"/>
              </a:rPr>
              <a:t>:</a:t>
            </a:r>
          </a:p>
          <a:p>
            <a:r>
              <a:rPr lang="sv-SE" sz="1200" i="1" err="1">
                <a:latin typeface="Aptos Display"/>
              </a:rPr>
              <a:t>Structure</a:t>
            </a:r>
            <a:r>
              <a:rPr lang="sv-SE" sz="1200" i="1">
                <a:latin typeface="Aptos Display"/>
              </a:rPr>
              <a:t> and </a:t>
            </a:r>
            <a:r>
              <a:rPr lang="sv-SE" sz="1200" i="1" err="1">
                <a:latin typeface="Aptos Display"/>
              </a:rPr>
              <a:t>processes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used</a:t>
            </a:r>
            <a:r>
              <a:rPr lang="sv-SE" sz="1200" i="1">
                <a:latin typeface="Aptos Display"/>
              </a:rPr>
              <a:t> to </a:t>
            </a:r>
            <a:r>
              <a:rPr lang="sv-SE" sz="1200" i="1" err="1">
                <a:latin typeface="Aptos Display"/>
              </a:rPr>
              <a:t>direct</a:t>
            </a:r>
            <a:r>
              <a:rPr lang="sv-SE" sz="1200" i="1">
                <a:latin typeface="Aptos Display"/>
              </a:rPr>
              <a:t>, </a:t>
            </a:r>
            <a:r>
              <a:rPr lang="sv-SE" sz="1200" i="1" err="1">
                <a:latin typeface="Aptos Display"/>
              </a:rPr>
              <a:t>control</a:t>
            </a:r>
            <a:r>
              <a:rPr lang="sv-SE" sz="1200" i="1">
                <a:latin typeface="Aptos Display"/>
              </a:rPr>
              <a:t>, and </a:t>
            </a:r>
            <a:r>
              <a:rPr lang="sv-SE" sz="1200" i="1" err="1">
                <a:latin typeface="Aptos Display"/>
              </a:rPr>
              <a:t>evaluate</a:t>
            </a:r>
            <a:r>
              <a:rPr lang="sv-SE" sz="1200" i="1">
                <a:latin typeface="Aptos Display"/>
              </a:rPr>
              <a:t> the </a:t>
            </a:r>
            <a:r>
              <a:rPr lang="sv-SE" sz="1200" i="1" err="1">
                <a:latin typeface="Aptos Display"/>
              </a:rPr>
              <a:t>organizations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activities</a:t>
            </a:r>
            <a:br>
              <a:rPr lang="sv-SE">
                <a:latin typeface="Aptos Display"/>
              </a:rPr>
            </a:br>
            <a:br>
              <a:rPr lang="sv-SE">
                <a:latin typeface="Aptos Display"/>
              </a:rPr>
            </a:br>
            <a:r>
              <a:rPr lang="sv-SE">
                <a:latin typeface="Aptos Display"/>
              </a:rPr>
              <a:t>Service </a:t>
            </a:r>
            <a:r>
              <a:rPr lang="sv-SE" err="1">
                <a:latin typeface="Aptos Display"/>
              </a:rPr>
              <a:t>value</a:t>
            </a:r>
            <a:r>
              <a:rPr lang="sv-SE">
                <a:latin typeface="Aptos Display"/>
              </a:rPr>
              <a:t> </a:t>
            </a:r>
            <a:r>
              <a:rPr lang="sv-SE" err="1">
                <a:latin typeface="Aptos Display"/>
              </a:rPr>
              <a:t>chain</a:t>
            </a:r>
            <a:r>
              <a:rPr lang="sv-SE">
                <a:latin typeface="Aptos Display"/>
              </a:rPr>
              <a:t>:</a:t>
            </a:r>
          </a:p>
          <a:p>
            <a:r>
              <a:rPr lang="sv-SE" sz="1200" i="1">
                <a:latin typeface="Aptos Display"/>
              </a:rPr>
              <a:t>The central </a:t>
            </a:r>
            <a:r>
              <a:rPr lang="sv-SE" sz="1200" i="1" err="1">
                <a:latin typeface="Aptos Display"/>
              </a:rPr>
              <a:t>model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that</a:t>
            </a:r>
            <a:r>
              <a:rPr lang="sv-SE" sz="1200" i="1">
                <a:latin typeface="Aptos Display"/>
              </a:rPr>
              <a:t> shows </a:t>
            </a:r>
            <a:r>
              <a:rPr lang="sv-SE" sz="1200" i="1" err="1">
                <a:latin typeface="Aptos Display"/>
              </a:rPr>
              <a:t>how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activities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link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together</a:t>
            </a:r>
            <a:r>
              <a:rPr lang="sv-SE" sz="1200" i="1">
                <a:latin typeface="Aptos Display"/>
              </a:rPr>
              <a:t> and </a:t>
            </a:r>
            <a:r>
              <a:rPr lang="sv-SE" sz="1200" i="1" err="1">
                <a:latin typeface="Aptos Display"/>
              </a:rPr>
              <a:t>turn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demand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into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value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through</a:t>
            </a:r>
            <a:r>
              <a:rPr lang="sv-SE" sz="1200" i="1">
                <a:latin typeface="Aptos Display"/>
              </a:rPr>
              <a:t> services</a:t>
            </a:r>
            <a:br>
              <a:rPr lang="sv-SE" sz="1200">
                <a:latin typeface="Aptos Display"/>
              </a:rPr>
            </a:br>
            <a:br>
              <a:rPr lang="sv-SE" sz="1200">
                <a:latin typeface="Aptos Display"/>
              </a:rPr>
            </a:br>
            <a:r>
              <a:rPr lang="sv-SE" err="1">
                <a:latin typeface="Aptos Display"/>
              </a:rPr>
              <a:t>Practices</a:t>
            </a:r>
            <a:r>
              <a:rPr lang="sv-SE" sz="1200">
                <a:latin typeface="Aptos Display"/>
              </a:rPr>
              <a:t>:</a:t>
            </a:r>
            <a:br>
              <a:rPr lang="sv-SE" sz="1200">
                <a:latin typeface="Aptos Display"/>
              </a:rPr>
            </a:br>
            <a:br>
              <a:rPr lang="sv-SE" sz="1200">
                <a:latin typeface="Aptos Display"/>
              </a:rPr>
            </a:br>
            <a:r>
              <a:rPr lang="sv-SE" sz="1200" i="1">
                <a:latin typeface="Aptos Display"/>
              </a:rPr>
              <a:t>Resources, </a:t>
            </a:r>
            <a:r>
              <a:rPr lang="sv-SE" sz="1200" i="1" err="1">
                <a:latin typeface="Aptos Display"/>
              </a:rPr>
              <a:t>processes</a:t>
            </a:r>
            <a:r>
              <a:rPr lang="sv-SE" sz="1200" i="1">
                <a:latin typeface="Aptos Display"/>
              </a:rPr>
              <a:t>, and </a:t>
            </a:r>
            <a:r>
              <a:rPr lang="sv-SE" sz="1200" i="1" err="1">
                <a:latin typeface="Aptos Display"/>
              </a:rPr>
              <a:t>capabilities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that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organizations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use</a:t>
            </a:r>
            <a:r>
              <a:rPr lang="sv-SE" sz="1200" i="1">
                <a:latin typeface="Aptos Display"/>
              </a:rPr>
              <a:t> to </a:t>
            </a:r>
            <a:r>
              <a:rPr lang="sv-SE" sz="1200" i="1" err="1">
                <a:latin typeface="Aptos Display"/>
              </a:rPr>
              <a:t>preform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work</a:t>
            </a:r>
            <a:r>
              <a:rPr lang="sv-SE" sz="1200" i="1">
                <a:latin typeface="Aptos Display"/>
              </a:rPr>
              <a:t> and </a:t>
            </a:r>
            <a:r>
              <a:rPr lang="sv-SE" sz="1200" i="1" err="1">
                <a:latin typeface="Aptos Display"/>
              </a:rPr>
              <a:t>achive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objectives</a:t>
            </a:r>
            <a:br>
              <a:rPr lang="sv-SE">
                <a:latin typeface="Aptos Display"/>
              </a:rPr>
            </a:br>
            <a:br>
              <a:rPr lang="sv-SE">
                <a:latin typeface="Aptos Display"/>
              </a:rPr>
            </a:br>
            <a:r>
              <a:rPr lang="sv-SE" err="1">
                <a:latin typeface="Aptos Display"/>
              </a:rPr>
              <a:t>Continual</a:t>
            </a:r>
            <a:r>
              <a:rPr lang="sv-SE">
                <a:latin typeface="Aptos Display"/>
              </a:rPr>
              <a:t> </a:t>
            </a:r>
            <a:r>
              <a:rPr lang="sv-SE" err="1">
                <a:latin typeface="Aptos Display"/>
              </a:rPr>
              <a:t>improvement</a:t>
            </a:r>
            <a:r>
              <a:rPr lang="sv-SE">
                <a:latin typeface="Aptos Display"/>
              </a:rPr>
              <a:t>:</a:t>
            </a:r>
            <a:br>
              <a:rPr lang="sv-SE">
                <a:latin typeface="Aptos Display"/>
              </a:rPr>
            </a:br>
            <a:br>
              <a:rPr lang="sv-SE">
                <a:latin typeface="Aptos Display"/>
              </a:rPr>
            </a:br>
            <a:r>
              <a:rPr lang="sv-SE" sz="1200" i="1">
                <a:latin typeface="Aptos Display"/>
              </a:rPr>
              <a:t>An </a:t>
            </a:r>
            <a:r>
              <a:rPr lang="sv-SE" sz="1200" i="1" err="1">
                <a:latin typeface="Aptos Display"/>
              </a:rPr>
              <a:t>ongoing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effort</a:t>
            </a:r>
            <a:r>
              <a:rPr lang="sv-SE" sz="1200" i="1">
                <a:latin typeface="Aptos Display"/>
              </a:rPr>
              <a:t> to </a:t>
            </a:r>
            <a:r>
              <a:rPr lang="sv-SE" sz="1200" i="1" err="1">
                <a:latin typeface="Aptos Display"/>
              </a:rPr>
              <a:t>improve</a:t>
            </a:r>
            <a:r>
              <a:rPr lang="sv-SE" sz="1200" i="1">
                <a:latin typeface="Aptos Display"/>
              </a:rPr>
              <a:t> services, </a:t>
            </a:r>
            <a:r>
              <a:rPr lang="sv-SE" sz="1200" i="1" err="1">
                <a:latin typeface="Aptos Display"/>
              </a:rPr>
              <a:t>practices</a:t>
            </a:r>
            <a:r>
              <a:rPr lang="sv-SE" sz="1200" i="1">
                <a:latin typeface="Aptos Display"/>
              </a:rPr>
              <a:t>, and all parts </a:t>
            </a:r>
            <a:r>
              <a:rPr lang="sv-SE" sz="1200" i="1" err="1">
                <a:latin typeface="Aptos Display"/>
              </a:rPr>
              <a:t>of</a:t>
            </a:r>
            <a:r>
              <a:rPr lang="sv-SE" sz="1200" i="1">
                <a:latin typeface="Aptos Display"/>
              </a:rPr>
              <a:t> the </a:t>
            </a:r>
            <a:r>
              <a:rPr lang="sv-SE" sz="1200" i="1" err="1">
                <a:latin typeface="Aptos Display"/>
              </a:rPr>
              <a:t>svs</a:t>
            </a:r>
            <a:r>
              <a:rPr lang="sv-SE" sz="1200" i="1">
                <a:latin typeface="Aptos Display"/>
              </a:rPr>
              <a:t> to </a:t>
            </a:r>
            <a:r>
              <a:rPr lang="sv-SE" sz="1200" i="1" err="1">
                <a:latin typeface="Aptos Display"/>
              </a:rPr>
              <a:t>increase</a:t>
            </a:r>
            <a:r>
              <a:rPr lang="sv-SE" sz="1200" i="1">
                <a:latin typeface="Aptos Display"/>
              </a:rPr>
              <a:t> </a:t>
            </a:r>
            <a:r>
              <a:rPr lang="sv-SE" sz="1200" i="1" err="1">
                <a:latin typeface="Aptos Display"/>
              </a:rPr>
              <a:t>value</a:t>
            </a:r>
            <a:r>
              <a:rPr lang="sv-SE" sz="1200" i="1">
                <a:latin typeface="Aptos Display"/>
              </a:rPr>
              <a:t> over </a:t>
            </a:r>
            <a:r>
              <a:rPr lang="sv-SE" sz="1200" i="1" err="1">
                <a:latin typeface="Aptos Display"/>
              </a:rPr>
              <a:t>time</a:t>
            </a:r>
            <a:endParaRPr lang="sv-SE" sz="1200" i="1">
              <a:latin typeface="Aptos Display"/>
            </a:endParaRP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F7F5FA0E-ACAD-29D1-DECA-9004DAAF4147}"/>
              </a:ext>
            </a:extLst>
          </p:cNvPr>
          <p:cNvSpPr txBox="1"/>
          <p:nvPr/>
        </p:nvSpPr>
        <p:spPr>
          <a:xfrm>
            <a:off x="8267700" y="6076950"/>
            <a:ext cx="40100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 (Axelos Limited, 2019; Axelos, 2019)</a:t>
            </a:r>
            <a:r>
              <a:rPr lang="sv-SE"/>
              <a:t>​​</a:t>
            </a:r>
          </a:p>
        </p:txBody>
      </p:sp>
    </p:spTree>
    <p:extLst>
      <p:ext uri="{BB962C8B-B14F-4D97-AF65-F5344CB8AC3E}">
        <p14:creationId xmlns:p14="http://schemas.microsoft.com/office/powerpoint/2010/main" val="2177606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70AF665-A432-475B-5C2E-A7F6CFFF6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27026"/>
            <a:ext cx="3290887" cy="22875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Value Co-creation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39B9FC6-E32F-7185-512C-F5C98E7DD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81926" y="97993"/>
            <a:ext cx="7485413" cy="307889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>
                <a:latin typeface="Aptos Display"/>
              </a:rPr>
              <a:t>Collaboration between provider &amp; consumer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>
              <a:latin typeface="Aptos Display"/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>
                <a:latin typeface="Aptos Display"/>
              </a:rPr>
              <a:t>Both sides add to value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>
              <a:latin typeface="Aptos Display"/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>
                <a:latin typeface="Aptos Display"/>
              </a:rPr>
              <a:t>Built on service relationships and trust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>
              <a:latin typeface="Aptos Display"/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>
                <a:latin typeface="Aptos Display"/>
              </a:rPr>
              <a:t>Feedback drives improvements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>
              <a:latin typeface="Aptos Display"/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>
                <a:latin typeface="Aptos Display"/>
              </a:rPr>
              <a:t>Focus on partnerships, not just delivery</a:t>
            </a:r>
          </a:p>
        </p:txBody>
      </p:sp>
      <p:pic>
        <p:nvPicPr>
          <p:cNvPr id="8" name="Platshållare för bild 7" descr="ITIL4 – Co-Creation of Value – gemeinsame Wertschöpfung | Disruptive agile  Service Management">
            <a:extLst>
              <a:ext uri="{FF2B5EF4-FFF2-40B4-BE49-F238E27FC236}">
                <a16:creationId xmlns:a16="http://schemas.microsoft.com/office/drawing/2014/main" id="{00CC8701-0B6E-5C1B-76AE-11F367490C1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128" r="2872" b="12414"/>
          <a:stretch>
            <a:fillRect/>
          </a:stretch>
        </p:blipFill>
        <p:spPr>
          <a:xfrm>
            <a:off x="-2113" y="3271151"/>
            <a:ext cx="12191775" cy="3585280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  <p:sp>
        <p:nvSpPr>
          <p:cNvPr id="3" name="textruta 2">
            <a:extLst>
              <a:ext uri="{FF2B5EF4-FFF2-40B4-BE49-F238E27FC236}">
                <a16:creationId xmlns:a16="http://schemas.microsoft.com/office/drawing/2014/main" id="{A6E10CDF-4131-E475-70D0-5D4992E997C6}"/>
              </a:ext>
            </a:extLst>
          </p:cNvPr>
          <p:cNvSpPr txBox="1"/>
          <p:nvPr/>
        </p:nvSpPr>
        <p:spPr>
          <a:xfrm>
            <a:off x="10496550" y="648652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 ( Axelos, 2019)</a:t>
            </a:r>
            <a:r>
              <a:rPr lang="sv-SE"/>
              <a:t>​​</a:t>
            </a:r>
          </a:p>
        </p:txBody>
      </p:sp>
    </p:spTree>
    <p:extLst>
      <p:ext uri="{BB962C8B-B14F-4D97-AF65-F5344CB8AC3E}">
        <p14:creationId xmlns:p14="http://schemas.microsoft.com/office/powerpoint/2010/main" val="150976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latshållare för bild 7" descr="parenting Archives - Miruna Stănculescu">
            <a:extLst>
              <a:ext uri="{FF2B5EF4-FFF2-40B4-BE49-F238E27FC236}">
                <a16:creationId xmlns:a16="http://schemas.microsoft.com/office/drawing/2014/main" id="{8673B3F2-2B2B-3A97-FC54-C3C75921FEF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r="540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" name="Rectangle 1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8FD8956-DC22-DCBD-7D1D-268381EE3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" y="2701"/>
            <a:ext cx="4765821" cy="1622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Flexibility of the SVS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7183313-F232-3580-2DFA-B8029F1BD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8066" y="1711678"/>
            <a:ext cx="3875793" cy="401619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sv-SE"/>
          </a:p>
          <a:p>
            <a:pPr marL="285750" indent="-285750">
              <a:buChar char="•"/>
            </a:pPr>
            <a:r>
              <a:rPr lang="sv-SE" err="1"/>
              <a:t>Adapts</a:t>
            </a:r>
            <a:r>
              <a:rPr lang="sv-SE"/>
              <a:t> </a:t>
            </a:r>
            <a:r>
              <a:rPr lang="sv-SE" err="1"/>
              <a:t>quickly</a:t>
            </a:r>
            <a:r>
              <a:rPr lang="sv-SE"/>
              <a:t> to </a:t>
            </a:r>
            <a:r>
              <a:rPr lang="sv-SE" err="1"/>
              <a:t>change</a:t>
            </a: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err="1"/>
              <a:t>Responds</a:t>
            </a:r>
            <a:r>
              <a:rPr lang="sv-SE"/>
              <a:t> to new </a:t>
            </a:r>
            <a:r>
              <a:rPr lang="sv-SE" err="1"/>
              <a:t>tech</a:t>
            </a:r>
            <a:r>
              <a:rPr lang="sv-SE"/>
              <a:t> &amp; </a:t>
            </a:r>
            <a:r>
              <a:rPr lang="sv-SE" err="1"/>
              <a:t>customer</a:t>
            </a:r>
            <a:r>
              <a:rPr lang="sv-SE"/>
              <a:t> </a:t>
            </a:r>
            <a:r>
              <a:rPr lang="sv-SE" err="1"/>
              <a:t>needs</a:t>
            </a: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err="1"/>
              <a:t>Handles</a:t>
            </a:r>
            <a:r>
              <a:rPr lang="sv-SE"/>
              <a:t> </a:t>
            </a:r>
            <a:r>
              <a:rPr lang="sv-SE" err="1"/>
              <a:t>unexpected</a:t>
            </a:r>
            <a:r>
              <a:rPr lang="sv-SE"/>
              <a:t> </a:t>
            </a:r>
            <a:r>
              <a:rPr lang="sv-SE" err="1"/>
              <a:t>disruptions</a:t>
            </a: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err="1"/>
              <a:t>Connects</a:t>
            </a:r>
            <a:r>
              <a:rPr lang="sv-SE"/>
              <a:t> all parts </a:t>
            </a:r>
            <a:r>
              <a:rPr lang="sv-SE" err="1"/>
              <a:t>of</a:t>
            </a:r>
            <a:r>
              <a:rPr lang="sv-SE"/>
              <a:t> ITIL4 </a:t>
            </a:r>
            <a:r>
              <a:rPr lang="sv-SE" err="1"/>
              <a:t>into</a:t>
            </a:r>
            <a:r>
              <a:rPr lang="sv-SE"/>
              <a:t> </a:t>
            </a:r>
            <a:r>
              <a:rPr lang="sv-SE" err="1"/>
              <a:t>one</a:t>
            </a:r>
            <a:r>
              <a:rPr lang="sv-SE"/>
              <a:t>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err="1"/>
              <a:t>Ensures</a:t>
            </a:r>
            <a:r>
              <a:rPr lang="sv-SE"/>
              <a:t> </a:t>
            </a:r>
            <a:r>
              <a:rPr lang="sv-SE" err="1"/>
              <a:t>continous</a:t>
            </a:r>
            <a:r>
              <a:rPr lang="sv-SE"/>
              <a:t> </a:t>
            </a:r>
            <a:r>
              <a:rPr lang="sv-SE" err="1"/>
              <a:t>improvement</a:t>
            </a: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/>
          </a:p>
        </p:txBody>
      </p:sp>
      <p:sp>
        <p:nvSpPr>
          <p:cNvPr id="3" name="textruta 2">
            <a:extLst>
              <a:ext uri="{FF2B5EF4-FFF2-40B4-BE49-F238E27FC236}">
                <a16:creationId xmlns:a16="http://schemas.microsoft.com/office/drawing/2014/main" id="{61A2A85D-AF09-EACC-2FC0-ED09A081FF16}"/>
              </a:ext>
            </a:extLst>
          </p:cNvPr>
          <p:cNvSpPr txBox="1"/>
          <p:nvPr/>
        </p:nvSpPr>
        <p:spPr>
          <a:xfrm>
            <a:off x="9448800" y="638175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(Axelos Limited, 2019)</a:t>
            </a:r>
            <a:r>
              <a:rPr lang="sv-SE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765011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940E1-58A4-1811-1928-076A0531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2231C91-D1D0-A5DB-9417-8A0D2D99A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ITIL 4 Service Value Chain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F8E0B7D0-1389-46B5-7D89-253E82D00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Six steps: Plan, Improve, Engage, Design &amp; Transition, Obtain/Build, Deliver &amp; Support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Core model for creating and delivering services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Activities link together to turn demand into value</a:t>
            </a:r>
          </a:p>
          <a:p>
            <a:pPr marL="57150"/>
            <a:endParaRPr lang="en-US" sz="1800" b="1"/>
          </a:p>
          <a:p>
            <a:pPr marL="57150"/>
            <a:r>
              <a:rPr lang="en-US" sz="1800"/>
              <a:t>(Axelos Limited, 2019)</a:t>
            </a:r>
          </a:p>
        </p:txBody>
      </p:sp>
      <p:pic>
        <p:nvPicPr>
          <p:cNvPr id="3" name="Picture 2" descr="Service Value Chain - The ITIL 4 Service Value Chain Explained">
            <a:extLst>
              <a:ext uri="{FF2B5EF4-FFF2-40B4-BE49-F238E27FC236}">
                <a16:creationId xmlns:a16="http://schemas.microsoft.com/office/drawing/2014/main" id="{3BA7E9F0-B404-A81F-CCA8-3AED8C0E3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414560"/>
            <a:ext cx="6440424" cy="397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064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15C43C-EDE4-BCF5-20EB-14FEBBDB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E2DD2A0-5FB8-4347-7F1D-178EA2A4C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DF24A67-FB99-F02D-3E6F-AE4DFFE8C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Integrating Practices into the Value </a:t>
            </a:r>
            <a:r>
              <a:rPr lang="en-US" kern="1200">
                <a:ea typeface="+mj-lt"/>
                <a:cs typeface="+mj-lt"/>
              </a:rPr>
              <a:t>Chain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AD9781-7BA6-204C-9EE6-F466323EE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A82B30D5-E016-29C2-187D-7DE1FED74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85750" indent="-228600">
              <a:buFont typeface="Arial,Sans-Serif" panose="020B0604020202020204" pitchFamily="34" charset="0"/>
              <a:buChar char="•"/>
            </a:pPr>
            <a:endParaRPr lang="en-US" sz="1800"/>
          </a:p>
          <a:p>
            <a:pPr marL="342900" indent="-228600">
              <a:buFont typeface="Arial,Sans-Serif" panose="020B0604020202020204" pitchFamily="34" charset="0"/>
              <a:buChar char="•"/>
            </a:pPr>
            <a:r>
              <a:rPr lang="en-US" sz="2000"/>
              <a:t>Practices support every stage of the value chain</a:t>
            </a:r>
          </a:p>
          <a:p>
            <a:pPr marL="342900" indent="-228600">
              <a:buFont typeface="Arial,Sans-Serif" panose="020B0604020202020204" pitchFamily="34" charset="0"/>
              <a:buChar char="•"/>
            </a:pPr>
            <a:r>
              <a:rPr lang="en-US" sz="2000"/>
              <a:t>Ensure consistency, quality, and alignment</a:t>
            </a:r>
          </a:p>
          <a:p>
            <a:pPr marL="342900" indent="-228600">
              <a:buFont typeface="Arial,Sans-Serif" panose="020B0604020202020204" pitchFamily="34" charset="0"/>
              <a:buChar char="•"/>
            </a:pPr>
            <a:r>
              <a:rPr lang="en-US" sz="2000"/>
              <a:t>Change Enablement, Incident &amp; Problem Management, Service Validation &amp; Testing, Release Management</a:t>
            </a:r>
          </a:p>
          <a:p>
            <a:pPr marL="285750" indent="-228600">
              <a:buFont typeface="Arial,Sans-Serif" panose="020B0604020202020204" pitchFamily="34" charset="0"/>
              <a:buChar char="•"/>
            </a:pPr>
            <a:endParaRPr lang="en-US" sz="2000"/>
          </a:p>
          <a:p>
            <a:r>
              <a:rPr lang="en-US" sz="1800"/>
              <a:t>(Axelos, 2019; </a:t>
            </a:r>
            <a:r>
              <a:rPr lang="en-US" sz="1800" err="1"/>
              <a:t>Thejendra</a:t>
            </a:r>
            <a:r>
              <a:rPr lang="en-US" sz="1800"/>
              <a:t>, 2014)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/>
          </a:p>
        </p:txBody>
      </p:sp>
      <p:pic>
        <p:nvPicPr>
          <p:cNvPr id="5" name="Picture 4" descr="A diagram of a process flowchart&#10;&#10;AI-generated content may be incorrect.">
            <a:extLst>
              <a:ext uri="{FF2B5EF4-FFF2-40B4-BE49-F238E27FC236}">
                <a16:creationId xmlns:a16="http://schemas.microsoft.com/office/drawing/2014/main" id="{114AD90B-3577-5475-5A4A-4B0DC4A35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956" y="1048370"/>
            <a:ext cx="3452192" cy="475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80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54102-4275-48E1-5293-6AA5FDB96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9E54528-B6F4-5F92-996C-3796817F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Ensuring Quality and Stability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820EBC17-B9A6-A4FB-311C-79A13EB03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180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/>
              <a:t>Keeps IT systems stable and reliable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/>
              <a:t>Enables continual improvement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/>
              <a:t>Aligns IT services with business needs</a:t>
            </a:r>
          </a:p>
          <a:p>
            <a:pPr marL="57150"/>
            <a:endParaRPr lang="en-US" sz="1800"/>
          </a:p>
          <a:p>
            <a:pPr marL="57150"/>
            <a:endParaRPr lang="en-US" sz="1800"/>
          </a:p>
          <a:p>
            <a:pPr marL="57150"/>
            <a:r>
              <a:rPr lang="en-US" sz="1800"/>
              <a:t> (Axelos Limited, 2019; Axelos, 2019)</a:t>
            </a:r>
          </a:p>
          <a:p>
            <a:pPr marL="57150"/>
            <a:endParaRPr lang="en-US" sz="1800"/>
          </a:p>
        </p:txBody>
      </p:sp>
      <p:pic>
        <p:nvPicPr>
          <p:cNvPr id="5" name="Picture 4" descr="A diagram of a business process&#10;&#10;AI-generated content may be incorrect.">
            <a:extLst>
              <a:ext uri="{FF2B5EF4-FFF2-40B4-BE49-F238E27FC236}">
                <a16:creationId xmlns:a16="http://schemas.microsoft.com/office/drawing/2014/main" id="{F3BA3F62-8124-C27E-028C-9AB2C1829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453095"/>
            <a:ext cx="6440424" cy="389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8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2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9F6CBCD-BF83-065B-2C66-EA9F9727B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kern="1200">
                <a:latin typeface="+mj-lt"/>
                <a:ea typeface="+mj-ea"/>
                <a:cs typeface="+mj-cs"/>
              </a:rPr>
              <a:t>ITIL4 Key </a:t>
            </a:r>
            <a:r>
              <a:rPr lang="en-US" sz="4400"/>
              <a:t>management </a:t>
            </a:r>
            <a:r>
              <a:rPr lang="en-US" sz="4400" kern="1200">
                <a:latin typeface="+mj-lt"/>
                <a:ea typeface="+mj-ea"/>
                <a:cs typeface="+mj-cs"/>
              </a:rPr>
              <a:t>practices</a:t>
            </a:r>
            <a:br>
              <a:rPr lang="en-US" sz="4400" kern="1200"/>
            </a:b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5229D6D-D55A-526A-5DC3-9FA50BBCD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3412" y="3425928"/>
            <a:ext cx="3468237" cy="162261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br>
              <a:rPr lang="en-US" sz="1400" kern="1200"/>
            </a:br>
            <a:br>
              <a:rPr lang="en-US" sz="1400" kern="1200"/>
            </a:br>
            <a:r>
              <a:rPr lang="en-US" sz="1400" kern="1200">
                <a:latin typeface="+mn-lt"/>
                <a:ea typeface="+mn-ea"/>
                <a:cs typeface="+mn-cs"/>
              </a:rPr>
              <a:t>Incident Management</a:t>
            </a:r>
            <a:br>
              <a:rPr lang="en-US" sz="1400" kern="1200"/>
            </a:br>
            <a:br>
              <a:rPr lang="en-US" sz="1400" kern="1200"/>
            </a:br>
            <a:br>
              <a:rPr lang="en-US" sz="1400" kern="1200"/>
            </a:br>
            <a:br>
              <a:rPr lang="en-US" sz="1400" kern="1200"/>
            </a:br>
            <a:br>
              <a:rPr lang="en-US" sz="1400" kern="1200"/>
            </a:br>
            <a:r>
              <a:rPr lang="en-US" sz="1400" kern="1200">
                <a:latin typeface="+mn-lt"/>
                <a:ea typeface="+mn-ea"/>
                <a:cs typeface="+mn-cs"/>
              </a:rPr>
              <a:t>Change Enablement</a:t>
            </a:r>
            <a:br>
              <a:rPr lang="en-US" sz="1400" kern="1200"/>
            </a:br>
            <a:br>
              <a:rPr lang="en-US" sz="1400" kern="1200"/>
            </a:br>
            <a:br>
              <a:rPr lang="en-US" sz="1400" kern="1200"/>
            </a:br>
            <a:br>
              <a:rPr lang="en-US" sz="1400" kern="1200"/>
            </a:br>
            <a:br>
              <a:rPr lang="en-US" sz="1400" kern="1200"/>
            </a:br>
            <a:r>
              <a:rPr lang="en-US" sz="1400" kern="1200">
                <a:latin typeface="+mn-lt"/>
                <a:ea typeface="+mn-ea"/>
                <a:cs typeface="+mn-cs"/>
              </a:rPr>
              <a:t>Service Validation &amp; Testing</a:t>
            </a:r>
            <a:br>
              <a:rPr lang="en-US" sz="1400" kern="1200"/>
            </a:br>
            <a:br>
              <a:rPr lang="en-US" sz="1400" kern="1200"/>
            </a:br>
            <a:endParaRPr lang="en-US" sz="5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latshållare för bild 5">
            <a:extLst>
              <a:ext uri="{FF2B5EF4-FFF2-40B4-BE49-F238E27FC236}">
                <a16:creationId xmlns:a16="http://schemas.microsoft.com/office/drawing/2014/main" id="{A04EEF30-49FC-D552-B02C-8260BA21D9B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416" b="10416"/>
          <a:stretch/>
        </p:blipFill>
        <p:spPr>
          <a:xfrm>
            <a:off x="5895751" y="1159950"/>
            <a:ext cx="5708649" cy="4508124"/>
          </a:xfrm>
          <a:prstGeom prst="rect">
            <a:avLst/>
          </a:prstGeom>
        </p:spPr>
      </p:pic>
      <p:sp>
        <p:nvSpPr>
          <p:cNvPr id="3" name="textruta 2">
            <a:extLst>
              <a:ext uri="{FF2B5EF4-FFF2-40B4-BE49-F238E27FC236}">
                <a16:creationId xmlns:a16="http://schemas.microsoft.com/office/drawing/2014/main" id="{8DE333A8-E4D6-AFAE-DC8F-E6E13E265D22}"/>
              </a:ext>
            </a:extLst>
          </p:cNvPr>
          <p:cNvSpPr txBox="1"/>
          <p:nvPr/>
        </p:nvSpPr>
        <p:spPr>
          <a:xfrm>
            <a:off x="9848850" y="62865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 ( Axelos, 2019)</a:t>
            </a:r>
            <a:r>
              <a:rPr lang="sv-SE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410352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latshållare för bild 4" descr="AIRLINE RESERVATION SYSTEM">
            <a:extLst>
              <a:ext uri="{FF2B5EF4-FFF2-40B4-BE49-F238E27FC236}">
                <a16:creationId xmlns:a16="http://schemas.microsoft.com/office/drawing/2014/main" id="{3A5CCBB0-D760-D04E-0425-D331527B6E8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r="21746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C61591B-FC99-F581-CB66-A8B8D8B08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Real Life Example</a:t>
            </a:r>
            <a:br>
              <a:rPr lang="en-US" sz="4000"/>
            </a:br>
            <a:endParaRPr lang="en-US" sz="400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77A1C16A-A3B7-4E77-550E-164599BD5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b="1"/>
              <a:t>Incident Management:</a:t>
            </a:r>
            <a:br>
              <a:rPr lang="en-US" sz="1400"/>
            </a:br>
            <a:r>
              <a:rPr lang="en-US" sz="1400"/>
              <a:t>Airline booking website crashes, it gets logged, prioritized and restored quickly.</a:t>
            </a:r>
            <a:br>
              <a:rPr lang="en-US" sz="1400" b="1"/>
            </a:br>
            <a:br>
              <a:rPr lang="en-US" sz="1400" b="1"/>
            </a:br>
            <a:br>
              <a:rPr lang="en-US" sz="1400" b="1"/>
            </a:br>
            <a:r>
              <a:rPr lang="en-US" sz="1400" b="1"/>
              <a:t>Change Enablement</a:t>
            </a:r>
            <a:br>
              <a:rPr lang="en-US" sz="1400"/>
            </a:br>
            <a:r>
              <a:rPr lang="en-US" sz="1400"/>
              <a:t>Airline introduces a new online check in   feature. Must be reviewed, approved and scheduled to avoid disruptions</a:t>
            </a:r>
            <a:br>
              <a:rPr lang="en-US" sz="1400"/>
            </a:br>
            <a:br>
              <a:rPr lang="en-US" sz="1400"/>
            </a:br>
            <a:br>
              <a:rPr lang="en-US" sz="1400"/>
            </a:br>
            <a:r>
              <a:rPr lang="en-US" sz="1400" b="1"/>
              <a:t>Service Validation and Testing</a:t>
            </a:r>
            <a:br>
              <a:rPr lang="en-US" sz="1400"/>
            </a:br>
            <a:r>
              <a:rPr lang="en-US" sz="1400"/>
              <a:t>Airline wants to launch new mobile app, IT team tests for instance, boarding pass scanning, seat selection and payment functions before launch</a:t>
            </a:r>
            <a:br>
              <a:rPr lang="en-US" sz="1400"/>
            </a:br>
            <a:endParaRPr lang="en-US" sz="1400"/>
          </a:p>
        </p:txBody>
      </p:sp>
      <p:sp>
        <p:nvSpPr>
          <p:cNvPr id="3" name="textruta 2">
            <a:extLst>
              <a:ext uri="{FF2B5EF4-FFF2-40B4-BE49-F238E27FC236}">
                <a16:creationId xmlns:a16="http://schemas.microsoft.com/office/drawing/2014/main" id="{C87B575B-0623-65CD-58F5-4BB86A4A395C}"/>
              </a:ext>
            </a:extLst>
          </p:cNvPr>
          <p:cNvSpPr txBox="1"/>
          <p:nvPr/>
        </p:nvSpPr>
        <p:spPr>
          <a:xfrm>
            <a:off x="8477250" y="6486525"/>
            <a:ext cx="3962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 (Axelos Limited, 2019; Axelos, 2019)</a:t>
            </a:r>
            <a:r>
              <a:rPr lang="sv-SE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868351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5DBFA32-C02C-64AC-167B-35B03A24F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br>
              <a:rPr lang="en-US" sz="5400"/>
            </a:br>
            <a:endParaRPr lang="en-US" sz="540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DDCC364-01BE-9330-A96D-A60CB154D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500"/>
              <a:t>       </a:t>
            </a:r>
            <a:r>
              <a:rPr lang="en-US" sz="1500" u="sng"/>
              <a:t>BENEFITS</a:t>
            </a:r>
            <a:br>
              <a:rPr lang="en-US" sz="1500" u="sng"/>
            </a:br>
            <a:br>
              <a:rPr lang="en-US" sz="1500" u="sng"/>
            </a:br>
            <a:r>
              <a:rPr lang="en-US" sz="1500" i="1"/>
              <a:t>          Improves system quality</a:t>
            </a:r>
            <a:br>
              <a:rPr lang="en-US" sz="1500" i="1"/>
            </a:br>
            <a:r>
              <a:rPr lang="en-US" sz="1500" i="1"/>
              <a:t>              Stability</a:t>
            </a:r>
            <a:br>
              <a:rPr lang="en-US" sz="1500" i="1"/>
            </a:br>
            <a:r>
              <a:rPr lang="en-US" sz="1500" i="1"/>
              <a:t>            Reduces risk</a:t>
            </a:r>
            <a:br>
              <a:rPr lang="en-US" sz="1500" i="1"/>
            </a:br>
            <a:r>
              <a:rPr lang="en-US" sz="1500" i="1"/>
              <a:t>         Ensures business and IT stay aligned</a:t>
            </a:r>
            <a:br>
              <a:rPr lang="en-US" sz="1500" u="sng"/>
            </a:br>
            <a:br>
              <a:rPr lang="en-US" sz="1500" u="sng"/>
            </a:br>
            <a:br>
              <a:rPr lang="en-US" sz="1500" u="sng"/>
            </a:br>
            <a:br>
              <a:rPr lang="en-US" sz="1500" u="sng"/>
            </a:br>
            <a:r>
              <a:rPr lang="en-US" sz="1500" i="1"/>
              <a:t>               </a:t>
            </a:r>
            <a:r>
              <a:rPr lang="en-US" sz="1500" u="sng"/>
              <a:t>CHALLENGES</a:t>
            </a:r>
            <a:r>
              <a:rPr lang="en-US" sz="1500" i="1"/>
              <a:t> </a:t>
            </a:r>
            <a:br>
              <a:rPr lang="en-US" sz="1500" i="1"/>
            </a:br>
            <a:r>
              <a:rPr lang="en-US" sz="1500" i="1"/>
              <a:t> </a:t>
            </a:r>
            <a:br>
              <a:rPr lang="en-US" sz="1500" i="1"/>
            </a:br>
            <a:r>
              <a:rPr lang="en-US" sz="1500" i="1"/>
              <a:t>          Complex to implement</a:t>
            </a:r>
            <a:br>
              <a:rPr lang="en-US" sz="1500" i="1"/>
            </a:br>
            <a:r>
              <a:rPr lang="en-US" sz="1500" i="1"/>
              <a:t>                   Requires time and resources</a:t>
            </a:r>
            <a:br>
              <a:rPr lang="en-US" sz="1500" i="1"/>
            </a:br>
            <a:r>
              <a:rPr lang="en-US" sz="1500" i="1"/>
              <a:t>                           Resistance to change</a:t>
            </a:r>
            <a:br>
              <a:rPr lang="en-US" sz="1500" i="1"/>
            </a:br>
            <a:r>
              <a:rPr lang="en-US" sz="1500" i="1"/>
              <a:t>          Risk of becoming too process focused</a:t>
            </a:r>
          </a:p>
        </p:txBody>
      </p:sp>
      <p:pic>
        <p:nvPicPr>
          <p:cNvPr id="5" name="Platshållare för bild 4" descr="En bild som visar logotyp, Grafik, Teckensnitt, grafisk design&#10;&#10;AI-genererat innehåll kan vara felaktigt.">
            <a:extLst>
              <a:ext uri="{FF2B5EF4-FFF2-40B4-BE49-F238E27FC236}">
                <a16:creationId xmlns:a16="http://schemas.microsoft.com/office/drawing/2014/main" id="{68270BB2-5ED6-7030-DF9D-51EFFDA6B76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1329" r="27767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ruta 5">
            <a:extLst>
              <a:ext uri="{FF2B5EF4-FFF2-40B4-BE49-F238E27FC236}">
                <a16:creationId xmlns:a16="http://schemas.microsoft.com/office/drawing/2014/main" id="{B58982B2-8EA3-6869-6E73-6B39009CF557}"/>
              </a:ext>
            </a:extLst>
          </p:cNvPr>
          <p:cNvSpPr txBox="1"/>
          <p:nvPr/>
        </p:nvSpPr>
        <p:spPr>
          <a:xfrm>
            <a:off x="9029700" y="6410325"/>
            <a:ext cx="3581400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/>
              <a:t>(Axelos, 2019; Thejendra, 2014)</a:t>
            </a:r>
            <a:r>
              <a:rPr lang="sv-SE" sz="1700"/>
              <a:t>​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1992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7ECA17D-0427-EC93-541A-7E3A105B4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  <a:t>References</a:t>
            </a:r>
            <a:endParaRPr lang="en-US" sz="4400" kern="120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CF79899-8730-DFF0-A466-C28629256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57987" y="2431765"/>
            <a:ext cx="8276026" cy="3320031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Axelos Limited. (2019). </a:t>
            </a:r>
            <a:r>
              <a:rPr lang="en-US" sz="2000" i="1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ITIL foundation: ITIL 4 edition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. The Stationery</a:t>
            </a:r>
            <a:b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</a:b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Office.</a:t>
            </a:r>
            <a:b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</a:br>
            <a:endParaRPr lang="en-US" sz="2000">
              <a:solidFill>
                <a:schemeClr val="tx1">
                  <a:lumMod val="85000"/>
                  <a:lumOff val="15000"/>
                </a:schemeClr>
              </a:solidFill>
              <a:latin typeface="Lato"/>
              <a:ea typeface="Lato"/>
              <a:cs typeface="Lato"/>
            </a:endParaRPr>
          </a:p>
          <a:p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Thejendra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, B. S. (2014). </a:t>
            </a:r>
            <a:r>
              <a:rPr lang="en-US" sz="2000" i="1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Practical IT service management: A concise</a:t>
            </a:r>
            <a:br>
              <a:rPr lang="en-US" sz="2000" i="1">
                <a:latin typeface="Lato"/>
                <a:ea typeface="Lato"/>
                <a:cs typeface="Lato"/>
              </a:rPr>
            </a:br>
            <a:r>
              <a:rPr lang="en-US" sz="2000" i="1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guide for busy executives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 (2:a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uppl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.). IT Governance Publishing.</a:t>
            </a:r>
            <a:b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</a:br>
            <a:endParaRPr lang="en-US" sz="2000">
              <a:solidFill>
                <a:schemeClr val="tx1">
                  <a:lumMod val="85000"/>
                  <a:lumOff val="15000"/>
                </a:schemeClr>
              </a:solidFill>
              <a:latin typeface="Lato"/>
              <a:ea typeface="Lato"/>
              <a:cs typeface="Lato"/>
            </a:endParaRP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Axelos. (2019). </a:t>
            </a:r>
            <a:r>
              <a:rPr lang="en-US" sz="2000" i="1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What is ITIL 4?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. Axelos.</a:t>
            </a:r>
            <a:b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</a:b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https://ebookcentral.proquest.com/lib/dalarna/detail.action?docID=5</a:t>
            </a:r>
            <a:b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</a:b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</a:rPr>
              <a:t>709789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br>
              <a:rPr lang="en-US"/>
            </a:br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43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rift">
  <a:themeElements>
    <a:clrScheme name="Custom 259">
      <a:dk1>
        <a:sysClr val="windowText" lastClr="000000"/>
      </a:dk1>
      <a:lt1>
        <a:sysClr val="window" lastClr="FFFFFF"/>
      </a:lt1>
      <a:dk2>
        <a:srgbClr val="00416B"/>
      </a:dk2>
      <a:lt2>
        <a:srgbClr val="E8E8E8"/>
      </a:lt2>
      <a:accent1>
        <a:srgbClr val="00416B"/>
      </a:accent1>
      <a:accent2>
        <a:srgbClr val="006098"/>
      </a:accent2>
      <a:accent3>
        <a:srgbClr val="238DC1"/>
      </a:accent3>
      <a:accent4>
        <a:srgbClr val="939598"/>
      </a:accent4>
      <a:accent5>
        <a:srgbClr val="D7D7D7"/>
      </a:accent5>
      <a:accent6>
        <a:srgbClr val="7775FF"/>
      </a:accent6>
      <a:hlink>
        <a:srgbClr val="467886"/>
      </a:hlink>
      <a:folHlink>
        <a:srgbClr val="96607D"/>
      </a:folHlink>
    </a:clrScheme>
    <a:fontScheme name="Custom 118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2.1" id="{19F6FF4A-BFB8-D448-81DB-A8F1C71F8E46}" vid="{CDCDF023-17A4-CF46-89DD-D6386F64A917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  <wetp:taskpane dockstate="right" visibility="1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C070D59-1E3E-4DDB-A0EA-FB3949381392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7E78E80-E90A-4BF6-A737-F500B76BED42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theme</vt:lpstr>
      <vt:lpstr>Drift</vt:lpstr>
      <vt:lpstr>ITIL4 Model For IT Service Management.</vt:lpstr>
      <vt:lpstr> What is ITIL4 &amp; SVS</vt:lpstr>
      <vt:lpstr>ITIL3   vs  ITIL4</vt:lpstr>
      <vt:lpstr>Guiding Principles</vt:lpstr>
      <vt:lpstr>ITIL4 Service Value System (SVS)</vt:lpstr>
      <vt:lpstr>Value Co-creation</vt:lpstr>
      <vt:lpstr>Flexibility of the SVS</vt:lpstr>
      <vt:lpstr>ITIL 4 Service Value Chain</vt:lpstr>
      <vt:lpstr>Integrating Practices into the Value Chain</vt:lpstr>
      <vt:lpstr>Ensuring Quality and Stability</vt:lpstr>
      <vt:lpstr>ITIL4 Key management practices </vt:lpstr>
      <vt:lpstr>Real Life Example </vt:lpstr>
      <vt:lpstr>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2025-09-09T08:26:07Z</dcterms:created>
  <dcterms:modified xsi:type="dcterms:W3CDTF">2025-10-07T21:01:16Z</dcterms:modified>
</cp:coreProperties>
</file>